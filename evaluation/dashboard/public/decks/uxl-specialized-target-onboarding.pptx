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02d95a42f14d16" /><Relationship Type="http://schemas.openxmlformats.org/officeDocument/2006/relationships/extended-properties" Target="/docProps/app.xml" Id="R5674e2ecac6442ee" /><Relationship Type="http://schemas.openxmlformats.org/officeDocument/2006/relationships/officeDocument" Target="/ppt/presentation.xml" Id="Rb87306d4608e4f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a4aacb8d48487a"/>
    <p:sldMasterId xmlns:r="http://schemas.openxmlformats.org/officeDocument/2006/relationships" id="2147483665" r:id="R5fe6642afe154514"/>
  </p:sldMasterIdLst>
  <p:notesMasterIdLst>
    <p:notesMasterId xmlns:r="http://schemas.openxmlformats.org/officeDocument/2006/relationships" r:id="R7316e4dbd11d443e"/>
  </p:notesMasterIdLst>
  <p:sldIdLst>
    <p:sldId xmlns:r="http://schemas.openxmlformats.org/officeDocument/2006/relationships" id="256" r:id="R0ba7eeff664145f0"/>
    <p:sldId xmlns:r="http://schemas.openxmlformats.org/officeDocument/2006/relationships" id="257" r:id="R6ef60d3faf154266"/>
    <p:sldId xmlns:r="http://schemas.openxmlformats.org/officeDocument/2006/relationships" id="258" r:id="Reae5da06b72347f6"/>
    <p:sldId xmlns:r="http://schemas.openxmlformats.org/officeDocument/2006/relationships" id="259" r:id="R71be468f6c2945c2"/>
    <p:sldId xmlns:r="http://schemas.openxmlformats.org/officeDocument/2006/relationships" id="260" r:id="R0e9e2f1cbc2e4420"/>
    <p:sldId xmlns:r="http://schemas.openxmlformats.org/officeDocument/2006/relationships" id="261" r:id="Raf53f29993b64e0e"/>
    <p:sldId xmlns:r="http://schemas.openxmlformats.org/officeDocument/2006/relationships" id="262" r:id="Rad5e575da1b34cbd"/>
    <p:sldId xmlns:r="http://schemas.openxmlformats.org/officeDocument/2006/relationships" id="263" r:id="Re18f22e7d1f74708"/>
    <p:sldId xmlns:r="http://schemas.openxmlformats.org/officeDocument/2006/relationships" id="264" r:id="Ref4e239e9bec410a"/>
    <p:sldId xmlns:r="http://schemas.openxmlformats.org/officeDocument/2006/relationships" id="265" r:id="R1cfcbf6798bb4218"/>
    <p:sldId xmlns:r="http://schemas.openxmlformats.org/officeDocument/2006/relationships" id="266" r:id="R8c575707c9ee41d8"/>
    <p:sldId xmlns:r="http://schemas.openxmlformats.org/officeDocument/2006/relationships" id="267" r:id="R06ce0c2a4a154a7c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f21c1a6bfb44bb" /><Relationship Type="http://schemas.openxmlformats.org/officeDocument/2006/relationships/slideMaster" Target="/ppt/slideMasters/slideMaster1.xml" Id="R4ca4aacb8d48487a" /><Relationship Type="http://schemas.openxmlformats.org/officeDocument/2006/relationships/slideMaster" Target="/ppt/slideMasters/slideMaster2.xml" Id="R5fe6642afe154514" /><Relationship Type="http://schemas.openxmlformats.org/officeDocument/2006/relationships/notesMaster" Target="/ppt/notesMasters/notesMaster1.xml" Id="R7316e4dbd11d443e" /><Relationship Type="http://schemas.openxmlformats.org/officeDocument/2006/relationships/presProps" Target="/ppt/presProps.xml" Id="Re21e94488a6f408e" /><Relationship Type="http://schemas.openxmlformats.org/officeDocument/2006/relationships/viewProps" Target="/ppt/viewProps.xml" Id="R2cc7bf44efdc4af0" /><Relationship Type="http://schemas.openxmlformats.org/officeDocument/2006/relationships/tableStyles" Target="/ppt/tableStyles.xml" Id="R0cf1735c8ac74e68" /><Relationship Type="http://schemas.microsoft.com/office/2018/10/relationships/authors" Target="/ppt/authors.xml" Id="R5e061fe553ed4bf4" /><Relationship Type="http://schemas.openxmlformats.org/officeDocument/2006/relationships/slide" Target="/ppt/slides/slide1.xml" Id="R0ba7eeff664145f0" /><Relationship Type="http://schemas.openxmlformats.org/officeDocument/2006/relationships/slide" Target="/ppt/slides/slide2.xml" Id="R6ef60d3faf154266" /><Relationship Type="http://schemas.openxmlformats.org/officeDocument/2006/relationships/slide" Target="/ppt/slides/slide3.xml" Id="Reae5da06b72347f6" /><Relationship Type="http://schemas.openxmlformats.org/officeDocument/2006/relationships/slide" Target="/ppt/slides/slide4.xml" Id="R71be468f6c2945c2" /><Relationship Type="http://schemas.openxmlformats.org/officeDocument/2006/relationships/slide" Target="/ppt/slides/slide5.xml" Id="R0e9e2f1cbc2e4420" /><Relationship Type="http://schemas.openxmlformats.org/officeDocument/2006/relationships/slide" Target="/ppt/slides/slide6.xml" Id="Raf53f29993b64e0e" /><Relationship Type="http://schemas.openxmlformats.org/officeDocument/2006/relationships/slide" Target="/ppt/slides/slide7.xml" Id="Rad5e575da1b34cbd" /><Relationship Type="http://schemas.openxmlformats.org/officeDocument/2006/relationships/slide" Target="/ppt/slides/slide8.xml" Id="Re18f22e7d1f74708" /><Relationship Type="http://schemas.openxmlformats.org/officeDocument/2006/relationships/slide" Target="/ppt/slides/slide9.xml" Id="Ref4e239e9bec410a" /><Relationship Type="http://schemas.openxmlformats.org/officeDocument/2006/relationships/slide" Target="/ppt/slides/slide10.xml" Id="R1cfcbf6798bb4218" /><Relationship Type="http://schemas.openxmlformats.org/officeDocument/2006/relationships/slide" Target="/ppt/slides/slide11.xml" Id="R8c575707c9ee41d8" /><Relationship Type="http://schemas.openxmlformats.org/officeDocument/2006/relationships/slide" Target="/ppt/slides/slide12.xml" Id="R06ce0c2a4a154a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4b8cb4d72844c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69bf5582f44dde" /><Relationship Type="http://schemas.openxmlformats.org/officeDocument/2006/relationships/notesMaster" Target="/ppt/notesMasters/notesMaster1.xml" Id="R1da052e95b9242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5a37babb6c4a1b" /><Relationship Type="http://schemas.openxmlformats.org/officeDocument/2006/relationships/notesMaster" Target="/ppt/notesMasters/notesMaster1.xml" Id="Rdec68506be424e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62cc82bb7a48ad" /><Relationship Type="http://schemas.openxmlformats.org/officeDocument/2006/relationships/notesMaster" Target="/ppt/notesMasters/notesMaster1.xml" Id="Rb667306010a04c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b4353a70c6484f" /><Relationship Type="http://schemas.openxmlformats.org/officeDocument/2006/relationships/notesMaster" Target="/ppt/notesMasters/notesMaster1.xml" Id="Rc85fd017bb2440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d5af5d75564efe" /><Relationship Type="http://schemas.openxmlformats.org/officeDocument/2006/relationships/notesMaster" Target="/ppt/notesMasters/notesMaster1.xml" Id="R46e7aae2682246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338f21f8e54a18" /><Relationship Type="http://schemas.openxmlformats.org/officeDocument/2006/relationships/notesMaster" Target="/ppt/notesMasters/notesMaster1.xml" Id="R9b386761ca224e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afdf6621444036" /><Relationship Type="http://schemas.openxmlformats.org/officeDocument/2006/relationships/notesMaster" Target="/ppt/notesMasters/notesMaster1.xml" Id="R5e3773c566124c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cf53f041714a46" /><Relationship Type="http://schemas.openxmlformats.org/officeDocument/2006/relationships/notesMaster" Target="/ppt/notesMasters/notesMaster1.xml" Id="R31febe29c3c04b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ce2fbdc44d414b" /><Relationship Type="http://schemas.openxmlformats.org/officeDocument/2006/relationships/notesMaster" Target="/ppt/notesMasters/notesMaster1.xml" Id="R95360d1d1f5449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66e5808e3a457d" /><Relationship Type="http://schemas.openxmlformats.org/officeDocument/2006/relationships/notesMaster" Target="/ppt/notesMasters/notesMaster1.xml" Id="Ra615f046c90f48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4263fc91404b40" /><Relationship Type="http://schemas.openxmlformats.org/officeDocument/2006/relationships/notesMaster" Target="/ppt/notesMasters/notesMaster1.xml" Id="Raa30913e2f4c40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ebb9c1bdb74878" /><Relationship Type="http://schemas.openxmlformats.org/officeDocument/2006/relationships/notesMaster" Target="/ppt/notesMasters/notesMaster1.xml" Id="R470a8de924bf49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https://github.com/uxlfoundation/skills/blob/main/docs/target-device-adapter.md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Introduce the target-onboarding guide for engineers adding specialized execution capacity.</a:t>
            </a:r>
          </a:p>
          <a:p xmlns:a="http://schemas.openxmlformats.org/drawingml/2006/main">
            <a:r>
              <a:t>Explain: The guide applies to GPUs, accelerators, multi-node systems, and other machines that hosted runners cannot represent faithfully.</a:t>
            </a:r>
          </a:p>
          <a:p xmlns:a="http://schemas.openxmlformats.org/drawingml/2006/main">
            <a:r>
              <a:t>Emphasize: It is intentionally vendor-neutral; the target adapter changes while the public task, verifier, and evidence contract remain 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https://github.com/uxlfoundation/skills/blob/main/docs/target-device-adapter.md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Name the five pieces that make a target lane trustworthy.</a:t>
            </a:r>
          </a:p>
          <a:p xmlns:a="http://schemas.openxmlformats.org/drawingml/2006/main">
            <a:r>
              <a:t>Explain: A public task, target adapter, machine registration, hardware oracle, and reviewable evidence bundle work together as one contract.</a:t>
            </a:r>
          </a:p>
          <a:p xmlns:a="http://schemas.openxmlformats.org/drawingml/2006/main">
            <a:r>
              <a:t>Emphasize: A reachable runner alone is not a qualified lane.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https://github.com/uxlfoundation/skills/blob/main/docs/target-device-adapter.md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Explain the capability contract that the machine owner must publish.</a:t>
            </a:r>
          </a:p>
          <a:p xmlns:a="http://schemas.openxmlformats.org/drawingml/2006/main">
            <a:r>
              <a:t>Explain: Labels identify the target; provenance records software and hardware; an allowlist scopes tasks; limitations state what the lane cannot establish.</a:t>
            </a:r>
          </a:p>
          <a:p xmlns:a="http://schemas.openxmlformats.org/drawingml/2006/main">
            <a:r>
              <a:t>Emphasize: Use observable capabilities and constraints rather than vendor marketing names as the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https://github.com/uxlfoundation/skills/blob/main/docs/target-device-adapter.md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Separate the public integration surface from machine-specific configuration.</a:t>
            </a:r>
          </a:p>
          <a:p xmlns:a="http://schemas.openxmlformats.org/drawingml/2006/main">
            <a:r>
              <a:t>Explain: Tasks, schemas, qualification records, and reviewed adapter behavior live in the public repository; credentials and dispatch controls remain private.</a:t>
            </a:r>
          </a:p>
          <a:p xmlns:a="http://schemas.openxmlformats.org/drawingml/2006/main">
            <a:r>
              <a:t>Emphasize: Keeping the public surface small makes a new target easier to review and reproduce.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https://github.com/uxlfoundation/skills/blob/main/docs/target-device-adapter.md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Describe the hardware oracle and why it gates evaluation.</a:t>
            </a:r>
          </a:p>
          <a:p xmlns:a="http://schemas.openxmlformats.org/drawingml/2006/main">
            <a:r>
              <a:t>Explain: The oracle verifies the requested source revision, records the host, maps the intended device, runs a minimal workload, and proves the result is correct.</a:t>
            </a:r>
          </a:p>
          <a:p xmlns:a="http://schemas.openxmlformats.org/drawingml/2006/main">
            <a:r>
              <a:t>Emphasize: No model trial should run until the oracle shows that the requested target—not a fallback device—actually executed.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https://github.com/uxlfoundation/skills/blob/main/docs/target-device-adapter.md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Explain why dispatch and secrets belong in a private control plane.</a:t>
            </a:r>
          </a:p>
          <a:p xmlns:a="http://schemas.openxmlformats.org/drawingml/2006/main">
            <a:r>
              <a:t>Explain: The public repository defines what to run and what evidence to return; the private control repository stores machine enrollment, credentials, and restricted workflow details.</a:t>
            </a:r>
          </a:p>
          <a:p xmlns:a="http://schemas.openxmlformats.org/drawingml/2006/main">
            <a:r>
              <a:t>Emphasize: Private control protects the machine without making task definitions or accepted evidence opaque.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https://github.com/uxlfoundation/skills/blob/main/docs/target-device-adapter.md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Walk through safe machine preparation and runner registration.</a:t>
            </a:r>
          </a:p>
          <a:p xmlns:a="http://schemas.openxmlformats.org/drawingml/2006/main">
            <a:r>
              <a:t>Explain: Create a least-privilege account, pin required software, isolate the workspace, register ephemerally with narrow labels, and make reboot recovery unambiguous.</a:t>
            </a:r>
          </a:p>
          <a:p xmlns:a="http://schemas.openxmlformats.org/drawingml/2006/main">
            <a:r>
              <a:t>Emphasize: The machine owner must be able to stop the service and revoke access independently of the public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https://github.com/uxlfoundation/skills/blob/main/docs/target-device-adapter.md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Explain the reviewed workflow that reaches the target.</a:t>
            </a:r>
          </a:p>
          <a:p xmlns:a="http://schemas.openxmlformats.org/drawingml/2006/main">
            <a:r>
              <a:t>Explain: A workflow dispatch selects an immutable commit and declared adapter; the runner verifies both before the oracle and Harbor execution begin.</a:t>
            </a:r>
          </a:p>
          <a:p xmlns:a="http://schemas.openxmlformats.org/drawingml/2006/main">
            <a:r>
              <a:t>Emphasize: Do not allow arbitrary repository code or unreviewed commands to execute merely because a job can reach the runner.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https://github.com/uxlfoundation/skills/blob/main/docs/target-device-adapter.md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Describe the operator's end-to-end run sequence.</a:t>
            </a:r>
          </a:p>
          <a:p xmlns:a="http://schemas.openxmlformats.org/drawingml/2006/main">
            <a:r>
              <a:t>Explain: Start or resume the runner, dispatch the approved workflow, watch the oracle gate, preserve the complete artifact ZIP, then clean the ephemeral workspace.</a:t>
            </a:r>
          </a:p>
          <a:p xmlns:a="http://schemas.openxmlformats.org/drawingml/2006/main">
            <a:r>
              <a:t>Emphasize: Preserve evidence before troubleshooting or cleanup so a failed run remains diagnosable.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https://github.com/uxlfoundation/skills/blob/main/docs/target-device-adapter.md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Explain how private artifacts become public evidence safely.</a:t>
            </a:r>
          </a:p>
          <a:p xmlns:a="http://schemas.openxmlformats.org/drawingml/2006/main">
            <a:r>
              <a:t>Explain: The importer verifies hashes, stages a sanitized qualification record, and keeps trajectories or logs with sensitive machine details access-controlled.</a:t>
            </a:r>
          </a:p>
          <a:p xmlns:a="http://schemas.openxmlformats.org/drawingml/2006/main">
            <a:r>
              <a:t>Emphasize: Publication is a reviewed step; a raw runner artifact should never appear on the public dashboard automatically.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https://github.com/uxlfoundation/skills/blob/main/docs/target-device-adapter.md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Place model trials after environment qualification.</a:t>
            </a:r>
          </a:p>
          <a:p xmlns:a="http://schemas.openxmlformats.org/drawingml/2006/main">
            <a:r>
              <a:t>Explain: Use tasks with measured headroom, hold the entire evaluation cell fixed, and compare skill and control treatments only after the lane is stable.</a:t>
            </a:r>
          </a:p>
          <a:p xmlns:a="http://schemas.openxmlformats.org/drawingml/2006/main">
            <a:r>
              <a:t>Emphasize: The oracle establishes execution integrity; it does not prove the skill helps or justify pooling results across environments.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https://github.com/uxlfoundation/skills/blob/main/docs/target-device-adapter.md</a:t>
            </a:r>
          </a:p>
          <a:p xmlns:a="http://schemas.openxmlformats.org/drawingml/2006/main">
            <a:r>
              <a:t>- https://github.com/uxlfoundation/skills/blob/main/docs/private-machine-runner.md</a:t>
            </a:r>
          </a:p>
          <a:p xmlns:a="http://schemas.openxmlformats.org/drawingml/2006/main">
            <a:r>
              <a:t>- https://github.com/uxlfoundation/skills/tree/main/evaluation/runner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Define done for a new specialized target lane.</a:t>
            </a:r>
          </a:p>
          <a:p xmlns:a="http://schemas.openxmlformats.org/drawingml/2006/main">
            <a:r>
              <a:t>Explain: The lane is reproducible, least-privilege, oracle-gated, reviewable, documented, owned, and able to produce schema-valid sanitized evidence.</a:t>
            </a:r>
          </a:p>
          <a:p xmlns:a="http://schemas.openxmlformats.org/drawingml/2006/main">
            <a:r>
              <a:t>Emphasize: A named owner and explicit limitations are required; the project should not treat a private machine as an unexamined black 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790a02eae4cf2" /><Relationship Type="http://schemas.openxmlformats.org/officeDocument/2006/relationships/image" Target="/ppt/media/image2.png" Id="R3c7a433f6cf44404" /><Relationship Type="http://schemas.openxmlformats.org/officeDocument/2006/relationships/image" Target="/ppt/media/image3.png" Id="R423bfb2cc1a74d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b496f3f2540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7dd1a0d9b4806" /><Relationship Type="http://schemas.openxmlformats.org/officeDocument/2006/relationships/image" Target="/ppt/media/image4.png" Id="Rbb522b5a67304b26" /><Relationship Type="http://schemas.openxmlformats.org/officeDocument/2006/relationships/image" Target="/ppt/media/image.png" Id="Ra152790c713c49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2921dde434325" /><Relationship Type="http://schemas.openxmlformats.org/officeDocument/2006/relationships/image" Target="/ppt/media/image5.png" Id="Rf74f5ff001544c9b" /><Relationship Type="http://schemas.openxmlformats.org/officeDocument/2006/relationships/image" Target="/ppt/media/image.png" Id="R37679fa5392c4c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28698ac12466b" /><Relationship Type="http://schemas.openxmlformats.org/officeDocument/2006/relationships/image" Target="/ppt/media/image6.png" Id="R14cd702e2786441e" /><Relationship Type="http://schemas.openxmlformats.org/officeDocument/2006/relationships/image" Target="/ppt/media/image.png" Id="R0e8e147e00ca48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d1732d9e14ccb" /><Relationship Type="http://schemas.openxmlformats.org/officeDocument/2006/relationships/image" Target="/ppt/media/image3.png" Id="Rbd4ad26a5735445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7db94e02a4fc3" /><Relationship Type="http://schemas.openxmlformats.org/officeDocument/2006/relationships/image" Target="/ppt/media/image7.png" Id="R2161cbd10a5148bb" /><Relationship Type="http://schemas.openxmlformats.org/officeDocument/2006/relationships/image" Target="/ppt/media/image8.png" Id="Rc80e55977eb64a0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40bffdec04f2d" /><Relationship Type="http://schemas.openxmlformats.org/officeDocument/2006/relationships/image" Target="/ppt/media/image9.png" Id="Rd0c4742924b84b25" /><Relationship Type="http://schemas.openxmlformats.org/officeDocument/2006/relationships/image" Target="/ppt/media/image3.png" Id="Rf36edaacdf45415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37ed5139d412e" /><Relationship Type="http://schemas.openxmlformats.org/officeDocument/2006/relationships/image" Target="/ppt/media/image10.png" Id="R8d2b876002904032" /><Relationship Type="http://schemas.openxmlformats.org/officeDocument/2006/relationships/image" Target="/ppt/media/image.png" Id="Re866bfa49e4140b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ad7ffc8e44a0a" /><Relationship Type="http://schemas.openxmlformats.org/officeDocument/2006/relationships/image" Target="/ppt/media/image11.png" Id="R46c29e7156b94c73" /><Relationship Type="http://schemas.openxmlformats.org/officeDocument/2006/relationships/image" Target="/ppt/media/image3.png" Id="R4bc3e3cf0727422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9aa54c7dd4449" /><Relationship Type="http://schemas.openxmlformats.org/officeDocument/2006/relationships/image" Target="/ppt/media/image3.png" Id="R528befa722c4443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05ea3d34c474a" /><Relationship Type="http://schemas.openxmlformats.org/officeDocument/2006/relationships/image" Target="/ppt/media/image12.png" Id="R25e9643399a6416e" /><Relationship Type="http://schemas.openxmlformats.org/officeDocument/2006/relationships/image" Target="/ppt/media/image.png" Id="R2ebb44715ea5428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807cd62744f2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e925109284e9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65bca20fa45c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298c9285e4b7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538e369b5e437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49c43bec1374b32" /><Relationship Type="http://schemas.openxmlformats.org/officeDocument/2006/relationships/image" Target="/ppt/media/image8.png" Id="Re1fffc62fbc04e7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996cbb2bdb46c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3c2486d706410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1260f0dfc74d65" /><Relationship Type="http://schemas.openxmlformats.org/officeDocument/2006/relationships/image" Target="/ppt/media/image13.png" Id="R1e3c1230c68747d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0c241f7c2f4b1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52093e56764e2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3886ff4d93487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42df5cbfb2472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780dc6c3764e7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7d691ba3cd4382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4249677f904d7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448371563a4dfb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3c7a433f6cf4440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3bfb2cc1a74d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bb522b5a67304b2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52790c713c49d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f74f5ff001544c9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679fa5392c4c5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14cd702e2786441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8e147e00ca48b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4ad26a5735445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2161cbd10a5148b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0e55977eb64a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d0c4742924b84b2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6edaacdf4541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8d2b87600290403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66bfa49e4140b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46c29e7156b94c7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c3e3cf072742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8befa722c444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25e9643399a6416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bb44715ea542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3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fffc62fbc04e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3c1230c68747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5b450e5a8e4f73" /><Relationship Type="http://schemas.openxmlformats.org/officeDocument/2006/relationships/slideLayout" Target="/ppt/slideLayouts/slideLayout1.xml" Id="R943f61cd1cf04c27" /><Relationship Type="http://schemas.openxmlformats.org/officeDocument/2006/relationships/slideLayout" Target="/ppt/slideLayouts/slideLayout2.xml" Id="R5cb4d8970d6c4996" /><Relationship Type="http://schemas.openxmlformats.org/officeDocument/2006/relationships/slideLayout" Target="/ppt/slideLayouts/slideLayout3.xml" Id="Rfbd3ea71fb714eb8" /><Relationship Type="http://schemas.openxmlformats.org/officeDocument/2006/relationships/slideLayout" Target="/ppt/slideLayouts/slideLayout4.xml" Id="R137084687432437c" /><Relationship Type="http://schemas.openxmlformats.org/officeDocument/2006/relationships/slideLayout" Target="/ppt/slideLayouts/slideLayout5.xml" Id="Ree7685238ae44fed" /><Relationship Type="http://schemas.openxmlformats.org/officeDocument/2006/relationships/slideLayout" Target="/ppt/slideLayouts/slideLayout6.xml" Id="R5194c3350b2b4d84" /><Relationship Type="http://schemas.openxmlformats.org/officeDocument/2006/relationships/slideLayout" Target="/ppt/slideLayouts/slideLayout7.xml" Id="R71f0f5dbbab6452f" /><Relationship Type="http://schemas.openxmlformats.org/officeDocument/2006/relationships/slideLayout" Target="/ppt/slideLayouts/slideLayout8.xml" Id="Ra507637fbfd44c83" /><Relationship Type="http://schemas.openxmlformats.org/officeDocument/2006/relationships/slideLayout" Target="/ppt/slideLayouts/slideLayout9.xml" Id="Rd42b677d9c6441e5" /><Relationship Type="http://schemas.openxmlformats.org/officeDocument/2006/relationships/slideLayout" Target="/ppt/slideLayouts/slideLayout10.xml" Id="R4e9dbd7e6c8e446a" /><Relationship Type="http://schemas.openxmlformats.org/officeDocument/2006/relationships/slideLayout" Target="/ppt/slideLayouts/slideLayout11.xml" Id="R96bcc194e44d4311" /><Relationship Type="http://schemas.openxmlformats.org/officeDocument/2006/relationships/slideLayout" Target="/ppt/slideLayouts/slideLayout12.xml" Id="R4d7c36704e8048dd" /><Relationship Type="http://schemas.openxmlformats.org/officeDocument/2006/relationships/slideLayout" Target="/ppt/slideLayouts/slideLayout13.xml" Id="R8c6c47847af740f0" /><Relationship Type="http://schemas.openxmlformats.org/officeDocument/2006/relationships/slideLayout" Target="/ppt/slideLayouts/slideLayout14.xml" Id="R581599e9372e4db4" /><Relationship Type="http://schemas.openxmlformats.org/officeDocument/2006/relationships/slideLayout" Target="/ppt/slideLayouts/slideLayout15.xml" Id="R4b5faba6e84d4fd4" /><Relationship Type="http://schemas.openxmlformats.org/officeDocument/2006/relationships/slideLayout" Target="/ppt/slideLayouts/slideLayout16.xml" Id="R674d88b3313445a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989bf3bb3eba40b1" /><Relationship Type="http://schemas.openxmlformats.org/officeDocument/2006/relationships/theme" Target="/ppt/slideMasters/theme/theme3.xml" Id="Rfd328622eae74145" /><Relationship Type="http://schemas.openxmlformats.org/officeDocument/2006/relationships/slideLayout" Target="/ppt/slideLayouts/slideLayout17.xml" Id="Rd7d9964ad8654b92" /><Relationship Type="http://schemas.openxmlformats.org/officeDocument/2006/relationships/slideLayout" Target="/ppt/slideLayouts/slideLayout18.xml" Id="R5fd1d4ce8b5d4a36" /><Relationship Type="http://schemas.openxmlformats.org/officeDocument/2006/relationships/slideLayout" Target="/ppt/slideLayouts/slideLayout19.xml" Id="Rfb8ad46e38d24210" /><Relationship Type="http://schemas.openxmlformats.org/officeDocument/2006/relationships/slideLayout" Target="/ppt/slideLayouts/slideLayout20.xml" Id="R2ee0817cef404d67" /><Relationship Type="http://schemas.openxmlformats.org/officeDocument/2006/relationships/slideLayout" Target="/ppt/slideLayouts/slideLayout21.xml" Id="R2b061bbe8be04b76" /><Relationship Type="http://schemas.openxmlformats.org/officeDocument/2006/relationships/slideLayout" Target="/ppt/slideLayouts/slideLayout22.xml" Id="Re87a214da53f4b8c" /><Relationship Type="http://schemas.openxmlformats.org/officeDocument/2006/relationships/slideLayout" Target="/ppt/slideLayouts/slideLayout23.xml" Id="R0fedb25507bb4b6c" /><Relationship Type="http://schemas.openxmlformats.org/officeDocument/2006/relationships/slideLayout" Target="/ppt/slideLayouts/slideLayout24.xml" Id="R8b87bd1679554eb4" /><Relationship Type="http://schemas.openxmlformats.org/officeDocument/2006/relationships/slideLayout" Target="/ppt/slideLayouts/slideLayout25.xml" Id="Rc6df34eb1da449c3" /><Relationship Type="http://schemas.openxmlformats.org/officeDocument/2006/relationships/slideLayout" Target="/ppt/slideLayouts/slideLayout26.xml" Id="R00ca7277b46d4623" /><Relationship Type="http://schemas.openxmlformats.org/officeDocument/2006/relationships/slideLayout" Target="/ppt/slideLayouts/slideLayout27.xml" Id="Raef5e2dce55c4c81" /><Relationship Type="http://schemas.openxmlformats.org/officeDocument/2006/relationships/slideLayout" Target="/ppt/slideLayouts/slideLayout28.xml" Id="R1ca413dad47e421f" /><Relationship Type="http://schemas.openxmlformats.org/officeDocument/2006/relationships/slideLayout" Target="/ppt/slideLayouts/slideLayout29.xml" Id="R553c226afc7c46d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3f61cd1cf04c27"/>
    <p:sldLayoutId xmlns:r="http://schemas.openxmlformats.org/officeDocument/2006/relationships" id="2147483650" r:id="R5cb4d8970d6c4996"/>
    <p:sldLayoutId xmlns:r="http://schemas.openxmlformats.org/officeDocument/2006/relationships" id="2147483651" r:id="Rfbd3ea71fb714eb8"/>
    <p:sldLayoutId xmlns:r="http://schemas.openxmlformats.org/officeDocument/2006/relationships" id="2147483652" r:id="R137084687432437c"/>
    <p:sldLayoutId xmlns:r="http://schemas.openxmlformats.org/officeDocument/2006/relationships" id="2147483653" r:id="Ree7685238ae44fed"/>
    <p:sldLayoutId xmlns:r="http://schemas.openxmlformats.org/officeDocument/2006/relationships" id="2147483654" r:id="R5194c3350b2b4d84"/>
    <p:sldLayoutId xmlns:r="http://schemas.openxmlformats.org/officeDocument/2006/relationships" id="2147483655" r:id="R71f0f5dbbab6452f"/>
    <p:sldLayoutId xmlns:r="http://schemas.openxmlformats.org/officeDocument/2006/relationships" id="2147483656" r:id="Ra507637fbfd44c83"/>
    <p:sldLayoutId xmlns:r="http://schemas.openxmlformats.org/officeDocument/2006/relationships" id="2147483657" r:id="Rd42b677d9c6441e5"/>
    <p:sldLayoutId xmlns:r="http://schemas.openxmlformats.org/officeDocument/2006/relationships" id="2147483658" r:id="R4e9dbd7e6c8e446a"/>
    <p:sldLayoutId xmlns:r="http://schemas.openxmlformats.org/officeDocument/2006/relationships" id="2147483659" r:id="R96bcc194e44d4311"/>
    <p:sldLayoutId xmlns:r="http://schemas.openxmlformats.org/officeDocument/2006/relationships" id="2147483660" r:id="R4d7c36704e8048dd"/>
    <p:sldLayoutId xmlns:r="http://schemas.openxmlformats.org/officeDocument/2006/relationships" id="2147483661" r:id="R8c6c47847af740f0"/>
    <p:sldLayoutId xmlns:r="http://schemas.openxmlformats.org/officeDocument/2006/relationships" id="2147483662" r:id="R581599e9372e4db4"/>
    <p:sldLayoutId xmlns:r="http://schemas.openxmlformats.org/officeDocument/2006/relationships" id="2147483663" r:id="R4b5faba6e84d4fd4"/>
    <p:sldLayoutId xmlns:r="http://schemas.openxmlformats.org/officeDocument/2006/relationships" id="2147483664" r:id="R674d88b3313445a8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9bf3bb3eba40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d7d9964ad8654b92"/>
    <p:sldLayoutId xmlns:r="http://schemas.openxmlformats.org/officeDocument/2006/relationships" id="2147483667" r:id="R5fd1d4ce8b5d4a36"/>
    <p:sldLayoutId xmlns:r="http://schemas.openxmlformats.org/officeDocument/2006/relationships" id="2147483668" r:id="Rfb8ad46e38d24210"/>
    <p:sldLayoutId xmlns:r="http://schemas.openxmlformats.org/officeDocument/2006/relationships" id="2147483669" r:id="R2ee0817cef404d67"/>
    <p:sldLayoutId xmlns:r="http://schemas.openxmlformats.org/officeDocument/2006/relationships" id="2147483670" r:id="R2b061bbe8be04b76"/>
    <p:sldLayoutId xmlns:r="http://schemas.openxmlformats.org/officeDocument/2006/relationships" id="2147483671" r:id="Re87a214da53f4b8c"/>
    <p:sldLayoutId xmlns:r="http://schemas.openxmlformats.org/officeDocument/2006/relationships" id="2147483672" r:id="R0fedb25507bb4b6c"/>
    <p:sldLayoutId xmlns:r="http://schemas.openxmlformats.org/officeDocument/2006/relationships" id="2147483673" r:id="R8b87bd1679554eb4"/>
    <p:sldLayoutId xmlns:r="http://schemas.openxmlformats.org/officeDocument/2006/relationships" id="2147483674" r:id="Rc6df34eb1da449c3"/>
    <p:sldLayoutId xmlns:r="http://schemas.openxmlformats.org/officeDocument/2006/relationships" id="2147483675" r:id="R00ca7277b46d4623"/>
    <p:sldLayoutId xmlns:r="http://schemas.openxmlformats.org/officeDocument/2006/relationships" id="2147483676" r:id="Raef5e2dce55c4c81"/>
    <p:sldLayoutId xmlns:r="http://schemas.openxmlformats.org/officeDocument/2006/relationships" id="2147483677" r:id="R1ca413dad47e421f"/>
    <p:sldLayoutId xmlns:r="http://schemas.openxmlformats.org/officeDocument/2006/relationships" id="2147483678" r:id="R553c226afc7c46d6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89093ccce834036" /><Relationship Type="http://schemas.openxmlformats.org/officeDocument/2006/relationships/notesSlide" Target="/ppt/notesSlides/notesSlide1.xml" Id="R8128257b8cb14e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3ee4e5042af4513" /><Relationship Type="http://schemas.openxmlformats.org/officeDocument/2006/relationships/notesSlide" Target="/ppt/notesSlides/notesSlide2.xml" Id="R9b936a1736504f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2fc225e3600b4155" /><Relationship Type="http://schemas.openxmlformats.org/officeDocument/2006/relationships/notesSlide" Target="/ppt/notesSlides/notesSlide3.xml" Id="R3a1c80a0d7ec41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dc0c33b583548cd" /><Relationship Type="http://schemas.openxmlformats.org/officeDocument/2006/relationships/notesSlide" Target="/ppt/notesSlides/notesSlide4.xml" Id="R21eb414f64cd42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cbcca8b63ac4563" /><Relationship Type="http://schemas.openxmlformats.org/officeDocument/2006/relationships/notesSlide" Target="/ppt/notesSlides/notesSlide5.xml" Id="R5453ae0cb21e46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ee969a435854ac4" /><Relationship Type="http://schemas.openxmlformats.org/officeDocument/2006/relationships/notesSlide" Target="/ppt/notesSlides/notesSlide6.xml" Id="Re1f4a5609c4c4d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69622559a3942f7" /><Relationship Type="http://schemas.openxmlformats.org/officeDocument/2006/relationships/notesSlide" Target="/ppt/notesSlides/notesSlide7.xml" Id="R2d9d7e39ee6342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f68bfa0e60e4141" /><Relationship Type="http://schemas.openxmlformats.org/officeDocument/2006/relationships/notesSlide" Target="/ppt/notesSlides/notesSlide8.xml" Id="Rb1b1c987c7a240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b68342335a649cf" /><Relationship Type="http://schemas.openxmlformats.org/officeDocument/2006/relationships/notesSlide" Target="/ppt/notesSlides/notesSlide9.xml" Id="Rb213540e68654e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07a5c6fbc1f4455" /><Relationship Type="http://schemas.openxmlformats.org/officeDocument/2006/relationships/notesSlide" Target="/ppt/notesSlides/notesSlide10.xml" Id="R5a47fb110e9b48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28b09de01dcd4943" /><Relationship Type="http://schemas.openxmlformats.org/officeDocument/2006/relationships/notesSlide" Target="/ppt/notesSlides/notesSlide11.xml" Id="Ra518ee63c05a4d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2c5688457864a24" /><Relationship Type="http://schemas.openxmlformats.org/officeDocument/2006/relationships/notesSlide" Target="/ppt/notesSlides/notesSlide12.xml" Id="Rc0088deb0f994c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Add a Specialized Evaluation Target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From a new machine, device, or laboratory lane to trusted UXL evidence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Engineering guide · qualification, dispatch, evidence, and promotion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target adapter has five parts — and one shared evidence contract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96D2D-19AB-4A1A-8AE8-D9764C01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23BAE-E79D-46D3-AD29-890EE0B3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1A535-653C-48B0-9BCD-1DE63EA1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9354C-F87E-4D56-8C47-EEF9EEE7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808B0-5531-4D63-B357-FCBB8F4F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Capability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288EF-BB3E-4A3E-9C63-F036A43C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Public task +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target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75071-A8A5-4E85-B1A0-25B5071E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3C9C6"/>
          </a:solidFill>
          <a:ln xmlns:a="http://schemas.openxmlformats.org/drawingml/2006/main" w="9525">
            <a:solidFill>
              <a:srgbClr val="03C9C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Private manual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dispatcher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8B361-751E-4D71-9C6F-239B3576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Ephemeral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target runner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2C1A1-4DDB-4D3D-8701-591EF5D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Harbor artifact +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provenance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A7B1A-C8FD-445B-84DA-0A433AF1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43125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083C"/>
                </a:solidFill>
              </a:defRPr>
            </a:pPr>
            <a:r>
              <a:rPr sz="1875" b="1">
                <a:solidFill>
                  <a:srgbClr val="07083C"/>
                </a:solidFill>
              </a:rPr>
              <a:t>Target integration changes; the evidence contract does not.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E54BF-F7EB-47CD-A022-5AE2EAE4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F1BBA"/>
                </a:solidFill>
              </a:defRPr>
            </a:pPr>
            <a:r>
              <a:rPr sz="1650" b="0">
                <a:solidFill>
                  <a:srgbClr val="6F1BBA"/>
                </a:solidFill>
              </a:rPr>
              <a:t>Labels route the job. Real probes, a passing oracle, and complete artifacts qualify the lane.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1. Write the capability contract before touching the runner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Name the missing capability</a:t>
            </a:r>
            <a:r>
              <a:rPr sz="1913">
                <a:solidFill>
                  <a:srgbClr val="000000"/>
                </a:solidFill>
              </a:rPr>
              <a:t> — Device, backend, topology, driver, instruction set, or other property hosted runners cannot reproduce faithfully.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Declare the task contract</a:t>
            </a:r>
            <a:r>
              <a:rPr sz="1913">
                <a:solidFill>
                  <a:srgbClr val="000000"/>
                </a:solidFill>
              </a:rPr>
              <a:t> — Failure, workflow stages, hardware class, environment, verifier, reward floor, and expected artifacts.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Set the trust boundary</a:t>
            </a:r>
            <a:r>
              <a:rPr sz="1913">
                <a:solidFill>
                  <a:srgbClr val="000000"/>
                </a:solidFill>
              </a:rPr>
              <a:t> — Who may dispatch reviewed work, which repository is allowed, and whether any credentials are permitted.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Define the evidence contract</a:t>
            </a:r>
            <a:r>
              <a:rPr sz="1913">
                <a:solidFill>
                  <a:srgbClr val="000000"/>
                </a:solidFill>
              </a:rPr>
              <a:t> — Actual device probes, software and container provenance, complete Harbor job data, verifier output, and task artifacts.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Choose the first exit criterion</a:t>
            </a:r>
            <a:r>
              <a:rPr sz="1913">
                <a:solidFill>
                  <a:srgbClr val="000000"/>
                </a:solidFill>
              </a:rPr>
              <a:t> — A deterministic oracle must earn reward 1.0 on the real target before model tokens are spent.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2. Add four public, reviewable pieces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Qualification task</a:t>
            </a:r>
            <a:r>
              <a:rPr sz="1913">
                <a:solidFill>
                  <a:srgbClr val="000000"/>
                </a:solidFill>
              </a:rPr>
              <a:t> — Create evaluation/harbor/tasks/&lt;target-oracle&gt;/ with instruction, pinned environment, oracle solution, and deterministic tests.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Target adapter — Configure target-adapter.json; the shared run_target_adapter.py verifies the SHA, probes the host, runs Harbor, and enforces the oracle gate.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Provenance probe</a:t>
            </a:r>
            <a:r>
              <a:rPr sz="1913">
                <a:solidFill>
                  <a:srgbClr val="000000"/>
                </a:solidFill>
              </a:rPr>
              <a:t> — Record non-secret OS, runner, device, driver/runtime, container, toolchain, and Git revision evidence; add platform-specific probes when the shared collector is insufficient.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Portfolio and operator contract</a:t>
            </a:r>
            <a:r>
              <a:rPr sz="1913">
                <a:solidFill>
                  <a:srgbClr val="000000"/>
                </a:solidFill>
              </a:rPr>
              <a:t> — Declare hardware/environment/workflow metadata in suites.json and document labels, device mapping, limitations, and artifact handling.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3. Make the oracle prove the real execution path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Verify the immutable checkout</a:t>
            </a:r>
            <a:r>
              <a:rPr sz="1913">
                <a:solidFill>
                  <a:srgbClr val="000000"/>
                </a:solidFill>
              </a:rPr>
              <a:t> — Require a full 40-character evaluator SHA and compare it with git rev-parse HEAD.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Probe the host</a:t>
            </a:r>
            <a:r>
              <a:rPr sz="1913">
                <a:solidFill>
                  <a:srgbClr val="000000"/>
                </a:solidFill>
              </a:rPr>
              <a:t> — Confirm architecture, device interface, driver/runtime visibility, permissions, Docker, Python, and the harness version.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Probe the pinned container</a:t>
            </a:r>
            <a:r>
              <a:rPr sz="1913">
                <a:solidFill>
                  <a:srgbClr val="000000"/>
                </a:solidFill>
              </a:rPr>
              <a:t> — Map the actual device and required read-only runtime libraries; enumerate, compile, and run a minimal target workload.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Run one Harbor oracle</a:t>
            </a:r>
            <a:r>
              <a:rPr sz="1913">
                <a:solidFill>
                  <a:srgbClr val="000000"/>
                </a:solidFill>
              </a:rPr>
              <a:t> — Use the declared qualification task, one concurrent trial, and the oracle agent.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Fail closed</a:t>
            </a:r>
            <a:r>
              <a:rPr sz="1913">
                <a:solidFill>
                  <a:srgbClr val="000000"/>
                </a:solidFill>
              </a:rPr>
              <a:t> — Require the expected trial count and reward floor; always retain logs and artifacts when any gate fails.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4. Keep dispatch in a small private control repository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Manual input only</a:t>
            </a:r>
            <a:r>
              <a:rPr sz="1913">
                <a:solidFill>
                  <a:srgbClr val="000000"/>
                </a:solidFill>
              </a:rPr>
              <a:t> — workflow_dispatch accepts a reviewed 40-character source commit; no pull_request, pull_request_target, or public repository_dispatch trigger.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Exact capability labels</a:t>
            </a:r>
            <a:r>
              <a:rPr sz="1913">
                <a:solidFill>
                  <a:srgbClr val="000000"/>
                </a:solidFill>
              </a:rPr>
              <a:t> — runs-on includes self-hosted, OS/architecture, target capability, platform, and trust-tier labels.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Immutable public implementation</a:t>
            </a:r>
            <a:r>
              <a:rPr sz="1913">
                <a:solidFill>
                  <a:srgbClr val="000000"/>
                </a:solidFill>
              </a:rPr>
              <a:t> — The workflow checks out the public skills repository at the supplied SHA with clean checkout and persisted credentials disabled.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Pinned workflow dependencies</a:t>
            </a:r>
            <a:r>
              <a:rPr sz="1913">
                <a:solidFill>
                  <a:srgbClr val="000000"/>
                </a:solidFill>
              </a:rPr>
              <a:t> — Pin checkout and artifact actions to reviewed full commit SHAs and update them through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Complete failure evidence</a:t>
            </a:r>
            <a:r>
              <a:rPr sz="1913">
                <a:solidFill>
                  <a:srgbClr val="000000"/>
                </a:solidFill>
              </a:rPr>
              <a:t> — Upload the entire Harbor job directory with if: always(); restrict the runner or runner group to the control repository.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5. Prepare the machine, then register one ephemeral job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Install the target stack</a:t>
            </a:r>
            <a:r>
              <a:rPr sz="1913">
                <a:solidFill>
                  <a:srgbClr val="000000"/>
                </a:solidFill>
              </a:rPr>
              <a:t> — OS, driver/runtime, Docker, Python 3.12, device permissions, and the current GitHub runner offered by the control repository.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Use a dedicated identity and workspace</a:t>
            </a:r>
            <a:r>
              <a:rPr sz="1913">
                <a:solidFill>
                  <a:srgbClr val="000000"/>
                </a:solidFill>
              </a:rPr>
              <a:t> — Grant only required device groups and keep the runner work directory separate from personal files.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Register with --ephemeral</a:t>
            </a:r>
            <a:r>
              <a:rPr sz="1913">
                <a:solidFill>
                  <a:srgbClr val="000000"/>
                </a:solidFill>
              </a:rPr>
              <a:t> — Use capability and trust labels; for the first rollout, start one waiting job instead of installing a permanent service.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Keep the network one-way</a:t>
            </a:r>
            <a:r>
              <a:rPr sz="1913">
                <a:solidFill>
                  <a:srgbClr val="000000"/>
                </a:solidFill>
              </a:rPr>
              <a:t> — The runner needs outbound HTTPS to GitHub; no inbound firewall port is required.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Start or resume safely — Windows/WSL uses start-ephemeral-wsl-runner.ps1, which resumes a matching offline registration after reboot and refuses ambiguous state; native Linux may run the ephemeral agent directly.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6. Dispatch a reviewed commit and require the oracle gate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 — Review</a:t>
            </a:r>
            <a:r>
              <a:rPr sz="1913">
                <a:solidFill>
                  <a:srgbClr val="000000"/>
                </a:solidFill>
              </a:rPr>
              <a:t> — Select an immutable public evaluator commit and review the adapter and qualification task at that revision.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 — Attach</a:t>
            </a:r>
            <a:r>
              <a:rPr sz="1913">
                <a:solidFill>
                  <a:srgbClr val="000000"/>
                </a:solidFill>
              </a:rPr>
              <a:t> — Start the ephemeral runner and confirm GitHub reports the expected name and labels online.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 — Dispatch</a:t>
            </a:r>
            <a:r>
              <a:rPr sz="1913">
                <a:solidFill>
                  <a:srgbClr val="000000"/>
                </a:solidFill>
              </a:rPr>
              <a:t> — Run the private workflow with the exact commit SHA; concurrency stays one for qualification.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 — Gate</a:t>
            </a:r>
            <a:r>
              <a:rPr sz="1913">
                <a:solidFill>
                  <a:srgbClr val="000000"/>
                </a:solidFill>
              </a:rPr>
              <a:t> — Require the real device probe, container probe, Harbor result, expected trial count, and reward 1.0.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5 — Preserve</a:t>
            </a:r>
            <a:r>
              <a:rPr sz="1913">
                <a:solidFill>
                  <a:srgbClr val="000000"/>
                </a:solidFill>
              </a:rPr>
              <a:t> — Download the always-uploaded job artifact before inspecting or cleaning the dedicated runner workspace.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operator runs one short, reviewable sequence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Record the source revision</a:t>
            </a:r>
            <a:r>
              <a:rPr sz="1913">
                <a:solidFill>
                  <a:srgbClr val="000000"/>
                </a:solidFill>
              </a:rPr>
              <a:t> — git rev-parse HEAD — use the reviewed 40-character SHA, never a moving branch name.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Attach a Windows/WSL runner</a:t>
            </a:r>
            <a:r>
              <a:rPr sz="1913">
                <a:solidFill>
                  <a:srgbClr val="000000"/>
                </a:solidFill>
              </a:rPr>
              <a:t> — .\scripts\runner\start-ephemeral-wsl-runner.ps1 -Repository owner/private-runner-control -Labels 'uxl,&lt;project&gt;,&lt;device&gt;,windows-wsl,&lt;trust-tier&gt;'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Dispatch the private workflow</a:t>
            </a:r>
            <a:r>
              <a:rPr sz="1913">
                <a:solidFill>
                  <a:srgbClr val="000000"/>
                </a:solidFill>
              </a:rPr>
              <a:t> — gh workflow run &lt;platform-oracle.yml&gt; -R owner/private-runner-control -f skills_commit=&lt;40-character-sha&gt;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Watch the result</a:t>
            </a:r>
            <a:r>
              <a:rPr sz="1913">
                <a:solidFill>
                  <a:srgbClr val="000000"/>
                </a:solidFill>
              </a:rPr>
              <a:t> — gh run watch &lt;run-id&gt; -R owner/private-runner-control --exit-status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Preserve the evidence — Download the complete artifact ZIP before inspecting or cleaning the runner workspace.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Stage it — python scripts/import_harbor_artifact.py &lt;artifact.zip&gt;; review the sanitized qualification-record.json before publication.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7. Import the result and inspect it like any hosted run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Download — Keep the complete artifact ZIP intact; it carries provenance, results, trajectories, verifier output, configs, and probes.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Stage — Run python scripts/import_harbor_artifact.py &lt;artifact.zip&gt;; the importer checks hashes and stages a sanitized candidate.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— Check the public labels and limitations, then publish only qualification-record.json through normal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Audit — Inspect the task, verifier, trajectory, artifacts, configs, and provenance before accepting the lane.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Classify failures — Provisioning, network, driver, container, and runner failures are infrastructure failures, not skill failures.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8. Add model trials only after the oracle and task headroom exist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Keep qualification credential-free</a:t>
            </a:r>
            <a:r>
              <a:rPr sz="1913">
                <a:solidFill>
                  <a:srgbClr val="000000"/>
                </a:solidFill>
              </a:rPr>
              <a:t> — Do not add model credentials until the environment and oracle path have passed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Use a task that needs the target</a:t>
            </a:r>
            <a:r>
              <a:rPr sz="1913">
                <a:solidFill>
                  <a:srgbClr val="000000"/>
                </a:solidFill>
              </a:rPr>
              <a:t> — A maintainer-backed failure must genuinely depend on the declared device or topology and leave room for the model to fail.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Match all three arms</a:t>
            </a:r>
            <a:r>
              <a:rPr sz="1913">
                <a:solidFill>
                  <a:srgbClr val="000000"/>
                </a:solidFill>
              </a:rPr>
              <a:t> — No skill, previous skill, and candidate skill use the same host, task revision, image, agent/harness, model, reasoning effort, attempts, timeouts, and concurrency.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Use enough trials</a:t>
            </a:r>
            <a:r>
              <a:rPr sz="1913">
                <a:solidFill>
                  <a:srgbClr val="000000"/>
                </a:solidFill>
              </a:rPr>
              <a:t> — Three attempts per arm for calibration; five for promotion evidence.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Quality remains the gate</a:t>
            </a:r>
            <a:r>
              <a:rPr sz="1913">
                <a:solidFill>
                  <a:srgbClr val="000000"/>
                </a:solidFill>
              </a:rPr>
              <a:t> — Compare tokens, cost, and runtime only after verified success; never trade lower success for cheaper runs.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Definition of done: a qualified lane, not a trusted black box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Immutable and isolated</a:t>
            </a:r>
            <a:r>
              <a:rPr sz="1913">
                <a:solidFill>
                  <a:srgbClr val="000000"/>
                </a:solidFill>
              </a:rPr>
              <a:t> — Only the private manual dispatcher can send a reviewed public revision to an ephemeral runner.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Actually qualified</a:t>
            </a:r>
            <a:r>
              <a:rPr sz="1913">
                <a:solidFill>
                  <a:srgbClr val="000000"/>
                </a:solidFill>
              </a:rPr>
              <a:t> — Host and pinned-container probes identify the intended device, and the real oracle earns reward 1.0.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Fully attributable</a:t>
            </a:r>
            <a:r>
              <a:rPr sz="1913">
                <a:solidFill>
                  <a:srgbClr val="000000"/>
                </a:solidFill>
              </a:rPr>
              <a:t> — The artifact records task, skill, model when applicable, harness, toolchain, software, hardware, Git, attempts, and failures.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Reviewable anywhere — Private logs stay access-controlled; the sanitized qualification record uses the shared dashboard and schema.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Owned and maintainable — A named lane owner keeps target-adapter.json, labels, probes, images, runtime guidance, and limitations current.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Honest scope</a:t>
            </a:r>
            <a:r>
              <a:rPr sz="1913">
                <a:solidFill>
                  <a:srgbClr val="000000"/>
                </a:solidFill>
              </a:rPr>
              <a:t> — The lane proves only its declared capability and revisions; it is not a vendor endorsement or universal compatibility claim.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2026-09-08T23:11:44.3270000Z</dcterms:created>
  <dcterms:modified xsi:type="dcterms:W3CDTF">2026-09-08T23:11:44.3270000Z</dcterms:modified>
</coreProperties>
</file>