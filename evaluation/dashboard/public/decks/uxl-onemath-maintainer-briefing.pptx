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63850d870846e4" /><Relationship Type="http://schemas.openxmlformats.org/officeDocument/2006/relationships/extended-properties" Target="/docProps/app.xml" Id="R9a52bf557f934b12" /><Relationship Type="http://schemas.openxmlformats.org/officeDocument/2006/relationships/officeDocument" Target="/ppt/presentation.xml" Id="Rc74bc140d2574d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a350488f444eee"/>
    <p:sldMasterId xmlns:r="http://schemas.openxmlformats.org/officeDocument/2006/relationships" id="2147483665" r:id="R777e01d1adc349cb"/>
  </p:sldMasterIdLst>
  <p:notesMasterIdLst>
    <p:notesMasterId xmlns:r="http://schemas.openxmlformats.org/officeDocument/2006/relationships" r:id="Rddf7f1b29ba24bc1"/>
  </p:notesMasterIdLst>
  <p:sldIdLst>
    <p:sldId xmlns:r="http://schemas.openxmlformats.org/officeDocument/2006/relationships" id="256" r:id="R0672e03cb7214c5b"/>
    <p:sldId xmlns:r="http://schemas.openxmlformats.org/officeDocument/2006/relationships" id="257" r:id="R2438e2d1e01c48de"/>
    <p:sldId xmlns:r="http://schemas.openxmlformats.org/officeDocument/2006/relationships" id="258" r:id="R11d0162f073b4977"/>
    <p:sldId xmlns:r="http://schemas.openxmlformats.org/officeDocument/2006/relationships" id="259" r:id="R7e13234689c3491a"/>
    <p:sldId xmlns:r="http://schemas.openxmlformats.org/officeDocument/2006/relationships" id="260" r:id="R1b73e023f617495e"/>
    <p:sldId xmlns:r="http://schemas.openxmlformats.org/officeDocument/2006/relationships" id="261" r:id="Rd6af871276c74441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b713af787148be" /><Relationship Type="http://schemas.openxmlformats.org/officeDocument/2006/relationships/slideMaster" Target="/ppt/slideMasters/slideMaster1.xml" Id="R20a350488f444eee" /><Relationship Type="http://schemas.openxmlformats.org/officeDocument/2006/relationships/slideMaster" Target="/ppt/slideMasters/slideMaster2.xml" Id="R777e01d1adc349cb" /><Relationship Type="http://schemas.openxmlformats.org/officeDocument/2006/relationships/notesMaster" Target="/ppt/notesMasters/notesMaster1.xml" Id="Rddf7f1b29ba24bc1" /><Relationship Type="http://schemas.openxmlformats.org/officeDocument/2006/relationships/presProps" Target="/ppt/presProps.xml" Id="R668d7ce658494b71" /><Relationship Type="http://schemas.openxmlformats.org/officeDocument/2006/relationships/viewProps" Target="/ppt/viewProps.xml" Id="Ra2de436860e54b3a" /><Relationship Type="http://schemas.openxmlformats.org/officeDocument/2006/relationships/tableStyles" Target="/ppt/tableStyles.xml" Id="R3f1e243130d0472f" /><Relationship Type="http://schemas.microsoft.com/office/2018/10/relationships/authors" Target="/ppt/authors.xml" Id="R85c812b4c882478b" /><Relationship Type="http://schemas.openxmlformats.org/officeDocument/2006/relationships/slide" Target="/ppt/slides/slide1.xml" Id="R0672e03cb7214c5b" /><Relationship Type="http://schemas.openxmlformats.org/officeDocument/2006/relationships/slide" Target="/ppt/slides/slide2.xml" Id="R2438e2d1e01c48de" /><Relationship Type="http://schemas.openxmlformats.org/officeDocument/2006/relationships/slide" Target="/ppt/slides/slide3.xml" Id="R11d0162f073b4977" /><Relationship Type="http://schemas.openxmlformats.org/officeDocument/2006/relationships/slide" Target="/ppt/slides/slide4.xml" Id="R7e13234689c3491a" /><Relationship Type="http://schemas.openxmlformats.org/officeDocument/2006/relationships/slide" Target="/ppt/slides/slide5.xml" Id="R1b73e023f617495e" /><Relationship Type="http://schemas.openxmlformats.org/officeDocument/2006/relationships/slide" Target="/ppt/slides/slide6.xml" Id="Rd6af871276c744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3c3f5d82e4142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33f90cebdb4df2" /><Relationship Type="http://schemas.openxmlformats.org/officeDocument/2006/relationships/notesMaster" Target="/ppt/notesMasters/notesMaster1.xml" Id="Rdaaa4366132041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ea47415bd49c8" /><Relationship Type="http://schemas.openxmlformats.org/officeDocument/2006/relationships/notesMaster" Target="/ppt/notesMasters/notesMaster1.xml" Id="Rfc78d251cd544b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0d06e22ccf4908" /><Relationship Type="http://schemas.openxmlformats.org/officeDocument/2006/relationships/notesMaster" Target="/ppt/notesMasters/notesMaster1.xml" Id="R6a068d53db6c4f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046003d65e4b68" /><Relationship Type="http://schemas.openxmlformats.org/officeDocument/2006/relationships/notesMaster" Target="/ppt/notesMasters/notesMaster1.xml" Id="R7f9b4d72e5fa40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07f40e83f1498a" /><Relationship Type="http://schemas.openxmlformats.org/officeDocument/2006/relationships/notesMaster" Target="/ppt/notesMasters/notesMaster1.xml" Id="R28337d8a8caa4f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96fa19ef5c47a1" /><Relationship Type="http://schemas.openxmlformats.org/officeDocument/2006/relationships/notesMaster" Target="/ppt/notesMasters/notesMaster1.xml" Id="R07fa103fb7e441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https://github.com/uxlfoundation/skills/blob/main/docs/maintainer-review/uxl-onemath.md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Introduce the draft oneMath skill and its current evaluation coverage.</a:t>
            </a:r>
          </a:p>
          <a:p xmlns:a="http://schemas.openxmlformats.org/drawingml/2006/main">
            <a:r>
              <a:t>Explain: The skill helps coding agents reason about domain and API choice, queue and dependency handling, backend dispatch, linking, storage, workspace, and reproducibility.</a:t>
            </a:r>
          </a:p>
          <a:p xmlns:a="http://schemas.openxmlformats.org/drawingml/2006/main">
            <a:r>
              <a:t>Emphasize: This is a UXL-authored starting point awaiting project review, not approved maintainer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https://github.com/uxlfoundation/skills/blob/main/docs/maintainer-review/uxl-onemath.md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Walk through the behavior the skill asks an agent to follow today.</a:t>
            </a:r>
          </a:p>
          <a:p xmlns:a="http://schemas.openxmlformats.org/drawingml/2006/main">
            <a:r>
              <a:t>Explain: The intended sequence is to choose the computation model first, record backend and runtime details, respect storage and workspace contracts, and separate compile, link, runtime, and numeric failures.</a:t>
            </a:r>
          </a:p>
          <a:p xmlns:a="http://schemas.openxmlformats.org/drawingml/2006/main">
            <a:r>
              <a:t>Emphasize: A useful answer ends with reproducible evidence and a clear failure classification, not a plausible-looking command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https://github.com/uxlfoundation/skills/blob/main/docs/maintainer-review/uxl-onemath.md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Separate evaluation inventory from evidence that the skill improves outcomes.</a:t>
            </a:r>
          </a:p>
          <a:p xmlns:a="http://schemas.openxmlformats.org/drawingml/2006/main">
            <a:r>
              <a:t>Explain: 3 of 6 evaluation tasks are implemented; three runnable scenarios establish smoke and evidence checks; RNG chaining, backend integration, and dispatch-overhead scenarios still need authentic project cases.</a:t>
            </a:r>
          </a:p>
          <a:p xmlns:a="http://schemas.openxmlformats.org/drawingml/2006/main">
            <a:r>
              <a:t>Emphasize: Implemented means the task can run. It does not mean the task passes, discriminates between treatments, or supports a promotion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https://github.com/uxlfoundation/skills/blob/main/docs/maintainer-review/uxl-onemath.md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Show how the draft guidance and task set were selected.</a:t>
            </a:r>
          </a:p>
          <a:p xmlns:a="http://schemas.openxmlformats.org/drawingml/2006/main">
            <a:r>
              <a:t>Explain: The starting material comes from official oneMath documentation, examples, tests, and maintainer evidence, with version-specific backend claims deferred to current upstream sources.</a:t>
            </a:r>
          </a:p>
          <a:p xmlns:a="http://schemas.openxmlformats.org/drawingml/2006/main">
            <a:r>
              <a:t>Emphasize: Maintainers should correct, remove, or replace anything that does not reflect current project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https://github.com/uxlfoundation/skills/blob/main/docs/maintainer-review/uxl-onemath.md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Clarify the proposed ownership boundary.</a:t>
            </a:r>
          </a:p>
          <a:p xmlns:a="http://schemas.openxmlformats.org/drawingml/2006/main">
            <a:r>
              <a:t>Explain: oneMath maintainers own triggers, API truth, source freshness, limitations, and authentic cases; UXL maintains the catalog, Harbor integration, comparison design, and dashboard.</a:t>
            </a:r>
          </a:p>
          <a:p xmlns:a="http://schemas.openxmlformats.org/drawingml/2006/main">
            <a:r>
              <a:t>Emphasize: The skill cannot move beyond its incubating state without named project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https://github.com/uxlfoundation/skills/tree/main/skills/uxl-onemath</a:t>
            </a:r>
          </a:p>
          <a:p xmlns:a="http://schemas.openxmlformats.org/drawingml/2006/main">
            <a:r>
              <a:t>- https://github.com/uxlfoundation/skills/blob/main/skill-cards/uxl-onemath.md</a:t>
            </a:r>
          </a:p>
          <a:p xmlns:a="http://schemas.openxmlformats.org/drawingml/2006/main">
            <a:r>
              <a:t>- https://github.com/uxlfoundation/skills/blob/main/docs/maintainer-review/uxl-onemath.md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End with a small, concrete review request.</a:t>
            </a:r>
          </a:p>
          <a:p xmlns:a="http://schemas.openxmlformats.org/drawingml/2006/main">
            <a:r>
              <a:t>Explain: Ask maintainers to check the trigger and technical guidance, judge the task inventory, and name a reviewer or owner.</a:t>
            </a:r>
          </a:p>
          <a:p xmlns:a="http://schemas.openxmlformats.org/drawingml/2006/main">
            <a:r>
              <a:t>Emphasize: The desired output is specific corrections and realistic cases, not blanket endorsement of the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d3b370e5c4930" /><Relationship Type="http://schemas.openxmlformats.org/officeDocument/2006/relationships/image" Target="/ppt/media/image2.png" Id="R8a4f4417d58242fb" /><Relationship Type="http://schemas.openxmlformats.org/officeDocument/2006/relationships/image" Target="/ppt/media/image3.png" Id="Rf1e1e2334c684b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cf1a71b344d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b6aed22014581" /><Relationship Type="http://schemas.openxmlformats.org/officeDocument/2006/relationships/image" Target="/ppt/media/image4.png" Id="Rc51df93052e14e23" /><Relationship Type="http://schemas.openxmlformats.org/officeDocument/2006/relationships/image" Target="/ppt/media/image.png" Id="R77f5f1bc54f548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e5dfc5b444604" /><Relationship Type="http://schemas.openxmlformats.org/officeDocument/2006/relationships/image" Target="/ppt/media/image5.png" Id="R3e31d50dd184407e" /><Relationship Type="http://schemas.openxmlformats.org/officeDocument/2006/relationships/image" Target="/ppt/media/image.png" Id="Re79b072a02ab45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b9e9b860a4378" /><Relationship Type="http://schemas.openxmlformats.org/officeDocument/2006/relationships/image" Target="/ppt/media/image6.png" Id="Rf9b22957e6624537" /><Relationship Type="http://schemas.openxmlformats.org/officeDocument/2006/relationships/image" Target="/ppt/media/image.png" Id="R0952c2de3cf64b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1086eff94438f" /><Relationship Type="http://schemas.openxmlformats.org/officeDocument/2006/relationships/image" Target="/ppt/media/image3.png" Id="R2bb9f7cb15c847b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3b2df40b5e4a38" /><Relationship Type="http://schemas.openxmlformats.org/officeDocument/2006/relationships/image" Target="/ppt/media/image7.png" Id="R0b1aca29945f412b" /><Relationship Type="http://schemas.openxmlformats.org/officeDocument/2006/relationships/image" Target="/ppt/media/image8.png" Id="R2fb3e27f80654e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785bc8e684e53" /><Relationship Type="http://schemas.openxmlformats.org/officeDocument/2006/relationships/image" Target="/ppt/media/image9.png" Id="R52e49dbfadd44920" /><Relationship Type="http://schemas.openxmlformats.org/officeDocument/2006/relationships/image" Target="/ppt/media/image3.png" Id="Rf5feaddd5cc741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5b384d74048be" /><Relationship Type="http://schemas.openxmlformats.org/officeDocument/2006/relationships/image" Target="/ppt/media/image10.png" Id="R0f1419f62cc545c5" /><Relationship Type="http://schemas.openxmlformats.org/officeDocument/2006/relationships/image" Target="/ppt/media/image.png" Id="R1113cfec455d46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52a19e26b4178" /><Relationship Type="http://schemas.openxmlformats.org/officeDocument/2006/relationships/image" Target="/ppt/media/image11.png" Id="Rbb3d72bda3c54166" /><Relationship Type="http://schemas.openxmlformats.org/officeDocument/2006/relationships/image" Target="/ppt/media/image3.png" Id="Ra5aeb6bea0514d8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65445226d4dbd" /><Relationship Type="http://schemas.openxmlformats.org/officeDocument/2006/relationships/image" Target="/ppt/media/image3.png" Id="Rea12261dc3ff486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31dca3747475f" /><Relationship Type="http://schemas.openxmlformats.org/officeDocument/2006/relationships/image" Target="/ppt/media/image12.png" Id="R0f79eeea6372425f" /><Relationship Type="http://schemas.openxmlformats.org/officeDocument/2006/relationships/image" Target="/ppt/media/image.png" Id="Rb201a92cb78a417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74d17591344c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0e70d493845d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9fcb714aa473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548fec83b4c1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fd904704c041a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46d8902f4f4697" /><Relationship Type="http://schemas.openxmlformats.org/officeDocument/2006/relationships/image" Target="/ppt/media/image8.png" Id="R6d42bf3799f8450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4bd1248cd1540fa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549ae1e0614d99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d70f79594ce48e7" /><Relationship Type="http://schemas.openxmlformats.org/officeDocument/2006/relationships/image" Target="/ppt/media/image13.png" Id="R51135a11d2ef4cbb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f45541d8f34983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82f69a57ab426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efbba817dd48b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153f6d8a01419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fc94e4a65b49ba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e682d8357e461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a7452cb4a6454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4dcec33de04b7f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8a4f4417d58242f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e1e2334c684b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c51df93052e14e2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f5f1bc54f548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3e31d50dd184407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9b072a02ab45c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f9b22957e662453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52c2de3cf64b1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b9f7cb15c847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0b1aca29945f412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b3e27f80654e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52e49dbfadd4492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feaddd5cc741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0f1419f62cc545c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13cfec455d46a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bb3d72bda3c5416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aeb6bea0514d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12261dc3ff48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0f79eeea6372425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01a92cb78a41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d42bf3799f845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135a11d2ef4c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0a33aa2c5b4a66" /><Relationship Type="http://schemas.openxmlformats.org/officeDocument/2006/relationships/slideLayout" Target="/ppt/slideLayouts/slideLayout1.xml" Id="Rd94eb2ebebec4429" /><Relationship Type="http://schemas.openxmlformats.org/officeDocument/2006/relationships/slideLayout" Target="/ppt/slideLayouts/slideLayout2.xml" Id="R2fd004db76954ba3" /><Relationship Type="http://schemas.openxmlformats.org/officeDocument/2006/relationships/slideLayout" Target="/ppt/slideLayouts/slideLayout3.xml" Id="R619eacc45fbc4225" /><Relationship Type="http://schemas.openxmlformats.org/officeDocument/2006/relationships/slideLayout" Target="/ppt/slideLayouts/slideLayout4.xml" Id="R6a89afc526a04e47" /><Relationship Type="http://schemas.openxmlformats.org/officeDocument/2006/relationships/slideLayout" Target="/ppt/slideLayouts/slideLayout5.xml" Id="R1fdc2f6736394e42" /><Relationship Type="http://schemas.openxmlformats.org/officeDocument/2006/relationships/slideLayout" Target="/ppt/slideLayouts/slideLayout6.xml" Id="Rc7b5f7c3035443b7" /><Relationship Type="http://schemas.openxmlformats.org/officeDocument/2006/relationships/slideLayout" Target="/ppt/slideLayouts/slideLayout7.xml" Id="Rbe28fcbdbbf24e04" /><Relationship Type="http://schemas.openxmlformats.org/officeDocument/2006/relationships/slideLayout" Target="/ppt/slideLayouts/slideLayout8.xml" Id="R03c1ca6c1288495f" /><Relationship Type="http://schemas.openxmlformats.org/officeDocument/2006/relationships/slideLayout" Target="/ppt/slideLayouts/slideLayout9.xml" Id="R13217dd9ce0a4128" /><Relationship Type="http://schemas.openxmlformats.org/officeDocument/2006/relationships/slideLayout" Target="/ppt/slideLayouts/slideLayout10.xml" Id="R4b6f4a85abec482e" /><Relationship Type="http://schemas.openxmlformats.org/officeDocument/2006/relationships/slideLayout" Target="/ppt/slideLayouts/slideLayout11.xml" Id="Rbeab0c02e20a4a80" /><Relationship Type="http://schemas.openxmlformats.org/officeDocument/2006/relationships/slideLayout" Target="/ppt/slideLayouts/slideLayout12.xml" Id="R2ac771a9c2004ef0" /><Relationship Type="http://schemas.openxmlformats.org/officeDocument/2006/relationships/slideLayout" Target="/ppt/slideLayouts/slideLayout13.xml" Id="R4ad19b80b4a243b3" /><Relationship Type="http://schemas.openxmlformats.org/officeDocument/2006/relationships/slideLayout" Target="/ppt/slideLayouts/slideLayout14.xml" Id="R7e816201f6014868" /><Relationship Type="http://schemas.openxmlformats.org/officeDocument/2006/relationships/slideLayout" Target="/ppt/slideLayouts/slideLayout15.xml" Id="Rfd170cccff394f1f" /><Relationship Type="http://schemas.openxmlformats.org/officeDocument/2006/relationships/slideLayout" Target="/ppt/slideLayouts/slideLayout16.xml" Id="R4825579d1a2a461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5d7e481502884c6a" /><Relationship Type="http://schemas.openxmlformats.org/officeDocument/2006/relationships/theme" Target="/ppt/slideMasters/theme/theme3.xml" Id="Ra37b7b20b3c14dbc" /><Relationship Type="http://schemas.openxmlformats.org/officeDocument/2006/relationships/slideLayout" Target="/ppt/slideLayouts/slideLayout17.xml" Id="R273963c16cf84bba" /><Relationship Type="http://schemas.openxmlformats.org/officeDocument/2006/relationships/slideLayout" Target="/ppt/slideLayouts/slideLayout18.xml" Id="Re680d59d43374847" /><Relationship Type="http://schemas.openxmlformats.org/officeDocument/2006/relationships/slideLayout" Target="/ppt/slideLayouts/slideLayout19.xml" Id="R067d257004234094" /><Relationship Type="http://schemas.openxmlformats.org/officeDocument/2006/relationships/slideLayout" Target="/ppt/slideLayouts/slideLayout20.xml" Id="Rab1403a000d04b79" /><Relationship Type="http://schemas.openxmlformats.org/officeDocument/2006/relationships/slideLayout" Target="/ppt/slideLayouts/slideLayout21.xml" Id="Rae52683f8fee44f3" /><Relationship Type="http://schemas.openxmlformats.org/officeDocument/2006/relationships/slideLayout" Target="/ppt/slideLayouts/slideLayout22.xml" Id="Rb79d7d5d10d94ff8" /><Relationship Type="http://schemas.openxmlformats.org/officeDocument/2006/relationships/slideLayout" Target="/ppt/slideLayouts/slideLayout23.xml" Id="Rfd945c3710424afa" /><Relationship Type="http://schemas.openxmlformats.org/officeDocument/2006/relationships/slideLayout" Target="/ppt/slideLayouts/slideLayout24.xml" Id="Ra94ad5ec0df64055" /><Relationship Type="http://schemas.openxmlformats.org/officeDocument/2006/relationships/slideLayout" Target="/ppt/slideLayouts/slideLayout25.xml" Id="Rc9fd8df03f664d62" /><Relationship Type="http://schemas.openxmlformats.org/officeDocument/2006/relationships/slideLayout" Target="/ppt/slideLayouts/slideLayout26.xml" Id="R22320878ed914a29" /><Relationship Type="http://schemas.openxmlformats.org/officeDocument/2006/relationships/slideLayout" Target="/ppt/slideLayouts/slideLayout27.xml" Id="Rc923f9904ca74dc1" /><Relationship Type="http://schemas.openxmlformats.org/officeDocument/2006/relationships/slideLayout" Target="/ppt/slideLayouts/slideLayout28.xml" Id="R1fc9f57d93384656" /><Relationship Type="http://schemas.openxmlformats.org/officeDocument/2006/relationships/slideLayout" Target="/ppt/slideLayouts/slideLayout29.xml" Id="R99b5caa4f4264e6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4eb2ebebec4429"/>
    <p:sldLayoutId xmlns:r="http://schemas.openxmlformats.org/officeDocument/2006/relationships" id="2147483650" r:id="R2fd004db76954ba3"/>
    <p:sldLayoutId xmlns:r="http://schemas.openxmlformats.org/officeDocument/2006/relationships" id="2147483651" r:id="R619eacc45fbc4225"/>
    <p:sldLayoutId xmlns:r="http://schemas.openxmlformats.org/officeDocument/2006/relationships" id="2147483652" r:id="R6a89afc526a04e47"/>
    <p:sldLayoutId xmlns:r="http://schemas.openxmlformats.org/officeDocument/2006/relationships" id="2147483653" r:id="R1fdc2f6736394e42"/>
    <p:sldLayoutId xmlns:r="http://schemas.openxmlformats.org/officeDocument/2006/relationships" id="2147483654" r:id="Rc7b5f7c3035443b7"/>
    <p:sldLayoutId xmlns:r="http://schemas.openxmlformats.org/officeDocument/2006/relationships" id="2147483655" r:id="Rbe28fcbdbbf24e04"/>
    <p:sldLayoutId xmlns:r="http://schemas.openxmlformats.org/officeDocument/2006/relationships" id="2147483656" r:id="R03c1ca6c1288495f"/>
    <p:sldLayoutId xmlns:r="http://schemas.openxmlformats.org/officeDocument/2006/relationships" id="2147483657" r:id="R13217dd9ce0a4128"/>
    <p:sldLayoutId xmlns:r="http://schemas.openxmlformats.org/officeDocument/2006/relationships" id="2147483658" r:id="R4b6f4a85abec482e"/>
    <p:sldLayoutId xmlns:r="http://schemas.openxmlformats.org/officeDocument/2006/relationships" id="2147483659" r:id="Rbeab0c02e20a4a80"/>
    <p:sldLayoutId xmlns:r="http://schemas.openxmlformats.org/officeDocument/2006/relationships" id="2147483660" r:id="R2ac771a9c2004ef0"/>
    <p:sldLayoutId xmlns:r="http://schemas.openxmlformats.org/officeDocument/2006/relationships" id="2147483661" r:id="R4ad19b80b4a243b3"/>
    <p:sldLayoutId xmlns:r="http://schemas.openxmlformats.org/officeDocument/2006/relationships" id="2147483662" r:id="R7e816201f6014868"/>
    <p:sldLayoutId xmlns:r="http://schemas.openxmlformats.org/officeDocument/2006/relationships" id="2147483663" r:id="Rfd170cccff394f1f"/>
    <p:sldLayoutId xmlns:r="http://schemas.openxmlformats.org/officeDocument/2006/relationships" id="2147483664" r:id="R4825579d1a2a4619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7e481502884c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273963c16cf84bba"/>
    <p:sldLayoutId xmlns:r="http://schemas.openxmlformats.org/officeDocument/2006/relationships" id="2147483667" r:id="Re680d59d43374847"/>
    <p:sldLayoutId xmlns:r="http://schemas.openxmlformats.org/officeDocument/2006/relationships" id="2147483668" r:id="R067d257004234094"/>
    <p:sldLayoutId xmlns:r="http://schemas.openxmlformats.org/officeDocument/2006/relationships" id="2147483669" r:id="Rab1403a000d04b79"/>
    <p:sldLayoutId xmlns:r="http://schemas.openxmlformats.org/officeDocument/2006/relationships" id="2147483670" r:id="Rae52683f8fee44f3"/>
    <p:sldLayoutId xmlns:r="http://schemas.openxmlformats.org/officeDocument/2006/relationships" id="2147483671" r:id="Rb79d7d5d10d94ff8"/>
    <p:sldLayoutId xmlns:r="http://schemas.openxmlformats.org/officeDocument/2006/relationships" id="2147483672" r:id="Rfd945c3710424afa"/>
    <p:sldLayoutId xmlns:r="http://schemas.openxmlformats.org/officeDocument/2006/relationships" id="2147483673" r:id="Ra94ad5ec0df64055"/>
    <p:sldLayoutId xmlns:r="http://schemas.openxmlformats.org/officeDocument/2006/relationships" id="2147483674" r:id="Rc9fd8df03f664d62"/>
    <p:sldLayoutId xmlns:r="http://schemas.openxmlformats.org/officeDocument/2006/relationships" id="2147483675" r:id="R22320878ed914a29"/>
    <p:sldLayoutId xmlns:r="http://schemas.openxmlformats.org/officeDocument/2006/relationships" id="2147483676" r:id="Rc923f9904ca74dc1"/>
    <p:sldLayoutId xmlns:r="http://schemas.openxmlformats.org/officeDocument/2006/relationships" id="2147483677" r:id="R1fc9f57d93384656"/>
    <p:sldLayoutId xmlns:r="http://schemas.openxmlformats.org/officeDocument/2006/relationships" id="2147483678" r:id="R99b5caa4f4264e65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7b0cbd7ca9541e2" /><Relationship Type="http://schemas.openxmlformats.org/officeDocument/2006/relationships/notesSlide" Target="/ppt/notesSlides/notesSlide1.xml" Id="Rfa27ca60a7e64b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f2f6026cac94803" /><Relationship Type="http://schemas.openxmlformats.org/officeDocument/2006/relationships/notesSlide" Target="/ppt/notesSlides/notesSlide2.xml" Id="Rc1d178c8ca244e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827c02691be84f93" /><Relationship Type="http://schemas.openxmlformats.org/officeDocument/2006/relationships/notesSlide" Target="/ppt/notesSlides/notesSlide3.xml" Id="R5eff10922e664e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039dce9aaf84964" /><Relationship Type="http://schemas.openxmlformats.org/officeDocument/2006/relationships/notesSlide" Target="/ppt/notesSlides/notesSlide4.xml" Id="Ra270e3cc0c5c4d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6691ba3a556411d" /><Relationship Type="http://schemas.openxmlformats.org/officeDocument/2006/relationships/notesSlide" Target="/ppt/notesSlides/notesSlide5.xml" Id="Rce94dbb892314d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9a388faca024cef" /><Relationship Type="http://schemas.openxmlformats.org/officeDocument/2006/relationships/notesSlide" Target="/ppt/notesSlides/notesSlide6.xml" Id="R6e5b0b2477f041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oneMath Skill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Domains, dispatch, queues, backends, and linking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September 2026 ·</a:t>
            </a:r>
            <a:r>
              <a:rPr sz="1500" b="1">
                <a:solidFill>
                  <a:srgbClr val="07083C"/>
                </a:solidFill>
              </a:rPr>
              <a:t> 3 of 6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Classify the domain</a:t>
            </a:r>
            <a:r>
              <a:rPr sz="1913">
                <a:solidFill>
                  <a:srgbClr val="000000"/>
                </a:solidFill>
              </a:rPr>
              <a:t> — BLAS, LAPACK, RNG, DFT, or sparse BLAS before choosing an API path.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Select a usage model</a:t>
            </a:r>
            <a:r>
              <a:rPr sz="1913">
                <a:solidFill>
                  <a:srgbClr val="000000"/>
                </a:solidFill>
              </a:rPr>
              <a:t> — Runtime dispatch for one link/load path; compile-time dispatch for explicit/static backend control; device API for supported in-kernel RNG.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Write the math contract</a:t>
            </a:r>
            <a:r>
              <a:rPr sz="1913">
                <a:solidFill>
                  <a:srgbClr val="000000"/>
                </a:solidFill>
              </a:rPr>
              <a:t> — Precision, layout, dimensions, leading dimensions, batch strides, and event dependencies.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Diagnose build and runtime separately</a:t>
            </a:r>
            <a:r>
              <a:rPr sz="1913">
                <a:solidFill>
                  <a:srgbClr val="000000"/>
                </a:solidFill>
              </a:rPr>
              <a:t> — Compiler, wrapper libraries, package discovery, runtime loader paths, and device visibility.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Test small known answers first</a:t>
            </a:r>
            <a:r>
              <a:rPr sz="1913">
                <a:solidFill>
                  <a:srgbClr val="000000"/>
                </a:solidFill>
              </a:rPr>
              <a:t> — Then measure representative sizes with dispatch and transfer scope stated.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3 implemented, 3 targeted gaps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Missing runtime backend library; packed-band storage fixtures; deprecated header include.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Two implemented tasks are grounded in upstream maintainer incidents.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 device work</a:t>
            </a:r>
            <a:r>
              <a:rPr sz="1913">
                <a:solidFill>
                  <a:srgbClr val="000000"/>
                </a:solidFill>
              </a:rPr>
              <a:t> — RNG device event chain and third-party backend wrapper on a declared target.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 toolchain work</a:t>
            </a:r>
            <a:r>
              <a:rPr sz="1913">
                <a:solidFill>
                  <a:srgbClr val="000000"/>
                </a:solidFill>
              </a:rPr>
              <a:t> — Dispatch-overhead benchmark with a pinned hosted toolchain.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this proves</a:t>
            </a:r>
            <a:r>
              <a:rPr sz="1913">
                <a:solidFill>
                  <a:srgbClr val="000000"/>
                </a:solidFill>
              </a:rPr>
              <a:t> — Current tasks cover integration and API-contract reasoning, not the full backend matrix.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project material</a:t>
            </a:r>
            <a:r>
              <a:rPr sz="1913">
                <a:solidFill>
                  <a:srgbClr val="000000"/>
                </a:solidFill>
              </a:rPr>
              <a:t> — Usage-model docs, build/link instructions, backend integration guidance, examples, releases, and support matrices.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Common boundary failures</a:t>
            </a:r>
            <a:r>
              <a:rPr sz="1913">
                <a:solidFill>
                  <a:srgbClr val="000000"/>
                </a:solidFill>
              </a:rPr>
              <a:t> — Wrong dispatch assumption, missing runtime libraries, storage layout mistakes, include/package drift.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Portable wording</a:t>
            </a:r>
            <a:r>
              <a:rPr sz="1913">
                <a:solidFill>
                  <a:srgbClr val="000000"/>
                </a:solidFill>
              </a:rPr>
              <a:t> — The skill names multiple backend families while requiring verification for the exact domain and version.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Visible gaps</a:t>
            </a:r>
            <a:r>
              <a:rPr sz="1913">
                <a:solidFill>
                  <a:srgbClr val="000000"/>
                </a:solidFill>
              </a:rPr>
              <a:t> — Device events, third-party wrappers, and dispatch measurement stay planned until their environments are credible.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the decision tree</a:t>
            </a:r>
            <a:r>
              <a:rPr sz="1913">
                <a:solidFill>
                  <a:srgbClr val="000000"/>
                </a:solidFill>
              </a:rPr>
              <a:t> — Domain, host/device API, runtime versus compile-time dispatch, compiler, and backend.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Curate current sources</a:t>
            </a:r>
            <a:r>
              <a:rPr sz="1913">
                <a:solidFill>
                  <a:srgbClr val="000000"/>
                </a:solidFill>
              </a:rPr>
              <a:t> — Keep support-matrix and release-specific claims fresh; delete stale compatibility advice.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Shape the evaluation backlog</a:t>
            </a:r>
            <a:r>
              <a:rPr sz="1913">
                <a:solidFill>
                  <a:srgbClr val="000000"/>
                </a:solidFill>
              </a:rPr>
              <a:t> — Replace constructed tasks with authentic integration failures when possible.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validators, Harbor, dashboards, hosted toolchains, and runner contracts remain shared.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terminology</a:t>
            </a:r>
            <a:r>
              <a:rPr sz="1913">
                <a:solidFill>
                  <a:srgbClr val="000000"/>
                </a:solidFill>
              </a:rPr>
              <a:t> — oneMath versus oneMKL; current API names; supported compatibility includes.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Check the dispatch guidance</a:t>
            </a:r>
            <a:r>
              <a:rPr sz="1913">
                <a:solidFill>
                  <a:srgbClr val="000000"/>
                </a:solidFill>
              </a:rPr>
              <a:t> — Is the runtime/compile-time/device decision tree accurate and complete enough?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Prioritize the three gaps</a:t>
            </a:r>
            <a:r>
              <a:rPr sz="1913">
                <a:solidFill>
                  <a:srgbClr val="000000"/>
                </a:solidFill>
              </a:rPr>
              <a:t> — Which one best represents real maintainer pain and can be reproduced?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One reviewer for source and support-matrix freshness.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Agents arrive at oneMath PRs with the domain, usage model, backend, link contract, and evidence already stated.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2026-09-08T23:11:51.0370000Z</dcterms:created>
  <dcterms:modified xsi:type="dcterms:W3CDTF">2026-09-08T23:11:51.0370000Z</dcterms:modified>
</coreProperties>
</file>