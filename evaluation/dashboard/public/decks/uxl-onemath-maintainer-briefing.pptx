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63232cc0e94d92" /><Relationship Type="http://schemas.openxmlformats.org/officeDocument/2006/relationships/extended-properties" Target="/docProps/app.xml" Id="R7b9f9a60a7f748a0" /><Relationship Type="http://schemas.openxmlformats.org/officeDocument/2006/relationships/officeDocument" Target="/ppt/presentation.xml" Id="Rc0c40033f11d48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6471b1b32245d1"/>
    <p:sldMasterId xmlns:r="http://schemas.openxmlformats.org/officeDocument/2006/relationships" id="2147483665" r:id="R16c99ad07e2f4204"/>
  </p:sldMasterIdLst>
  <p:notesMasterIdLst>
    <p:notesMasterId xmlns:r="http://schemas.openxmlformats.org/officeDocument/2006/relationships" r:id="R4b3b8f16044f4c39"/>
  </p:notesMasterIdLst>
  <p:sldIdLst>
    <p:sldId xmlns:r="http://schemas.openxmlformats.org/officeDocument/2006/relationships" id="256" r:id="R9138d9bcde054032"/>
    <p:sldId xmlns:r="http://schemas.openxmlformats.org/officeDocument/2006/relationships" id="257" r:id="R22bf5759cdbd4d8b"/>
    <p:sldId xmlns:r="http://schemas.openxmlformats.org/officeDocument/2006/relationships" id="258" r:id="R1b0dc04206c247ee"/>
    <p:sldId xmlns:r="http://schemas.openxmlformats.org/officeDocument/2006/relationships" id="259" r:id="R3fcb2e1411d54d3e"/>
    <p:sldId xmlns:r="http://schemas.openxmlformats.org/officeDocument/2006/relationships" id="260" r:id="Ra346020d74c64ba3"/>
    <p:sldId xmlns:r="http://schemas.openxmlformats.org/officeDocument/2006/relationships" id="261" r:id="R624ee2294d164ab8"/>
    <p:sldId xmlns:r="http://schemas.openxmlformats.org/officeDocument/2006/relationships" id="262" r:id="R64a2e631b9e84a12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7509e3ca6c4109" /><Relationship Type="http://schemas.openxmlformats.org/officeDocument/2006/relationships/slideMaster" Target="/ppt/slideMasters/slideMaster1.xml" Id="R846471b1b32245d1" /><Relationship Type="http://schemas.openxmlformats.org/officeDocument/2006/relationships/slideMaster" Target="/ppt/slideMasters/slideMaster2.xml" Id="R16c99ad07e2f4204" /><Relationship Type="http://schemas.openxmlformats.org/officeDocument/2006/relationships/notesMaster" Target="/ppt/notesMasters/notesMaster1.xml" Id="R4b3b8f16044f4c39" /><Relationship Type="http://schemas.openxmlformats.org/officeDocument/2006/relationships/presProps" Target="/ppt/presProps.xml" Id="R919d503a8cac41db" /><Relationship Type="http://schemas.openxmlformats.org/officeDocument/2006/relationships/viewProps" Target="/ppt/viewProps.xml" Id="Re0b0429092334834" /><Relationship Type="http://schemas.openxmlformats.org/officeDocument/2006/relationships/tableStyles" Target="/ppt/tableStyles.xml" Id="R361dab21e6b94a1e" /><Relationship Type="http://schemas.microsoft.com/office/2018/10/relationships/authors" Target="/ppt/authors.xml" Id="Rce3d03ddfd8e4d27" /><Relationship Type="http://schemas.openxmlformats.org/officeDocument/2006/relationships/slide" Target="/ppt/slides/slide1.xml" Id="R9138d9bcde054032" /><Relationship Type="http://schemas.openxmlformats.org/officeDocument/2006/relationships/slide" Target="/ppt/slides/slide2.xml" Id="R22bf5759cdbd4d8b" /><Relationship Type="http://schemas.openxmlformats.org/officeDocument/2006/relationships/slide" Target="/ppt/slides/slide3.xml" Id="R1b0dc04206c247ee" /><Relationship Type="http://schemas.openxmlformats.org/officeDocument/2006/relationships/slide" Target="/ppt/slides/slide4.xml" Id="R3fcb2e1411d54d3e" /><Relationship Type="http://schemas.openxmlformats.org/officeDocument/2006/relationships/slide" Target="/ppt/slides/slide5.xml" Id="Ra346020d74c64ba3" /><Relationship Type="http://schemas.openxmlformats.org/officeDocument/2006/relationships/slide" Target="/ppt/slides/slide6.xml" Id="R624ee2294d164ab8" /><Relationship Type="http://schemas.openxmlformats.org/officeDocument/2006/relationships/slide" Target="/ppt/slides/slide7.xml" Id="R64a2e631b9e84a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280b3c28a1c647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5cb7ac1a1a4e63" /><Relationship Type="http://schemas.openxmlformats.org/officeDocument/2006/relationships/notesMaster" Target="/ppt/notesMasters/notesMaster1.xml" Id="R3ec98dc8c5824a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447b3f98ec45fa" /><Relationship Type="http://schemas.openxmlformats.org/officeDocument/2006/relationships/notesMaster" Target="/ppt/notesMasters/notesMaster1.xml" Id="R17d6701ad2a44a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8b138784d1409c" /><Relationship Type="http://schemas.openxmlformats.org/officeDocument/2006/relationships/notesMaster" Target="/ppt/notesMasters/notesMaster1.xml" Id="Rfac91face211475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c42e93eed84332" /><Relationship Type="http://schemas.openxmlformats.org/officeDocument/2006/relationships/notesMaster" Target="/ppt/notesMasters/notesMaster1.xml" Id="Rb077218054a64f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506e03b1b384dc5" /><Relationship Type="http://schemas.openxmlformats.org/officeDocument/2006/relationships/notesMaster" Target="/ppt/notesMasters/notesMaster1.xml" Id="R281e8066495f41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b77007539b415e" /><Relationship Type="http://schemas.openxmlformats.org/officeDocument/2006/relationships/notesMaster" Target="/ppt/notesMasters/notesMaster1.xml" Id="Rb683c14c794a48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189488e7e34ef4" /><Relationship Type="http://schemas.openxmlformats.org/officeDocument/2006/relationships/notesMaster" Target="/ppt/notesMasters/notesMaster1.xml" Id="R16b1d32e7faf45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https://github.com/uxlfoundation/skills/tree/main/skills/uxl-onemath</a:t>
            </a:r>
          </a:p>
          <a:p xmlns:a="http://schemas.openxmlformats.org/drawingml/2006/main">
            <a:r>
              <a:t>- https://github.com/uxlfoundation/skills/blob/main/skill-cards/uxl-onemath.md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oneMath skill: portability starts with the right usage model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https://github.com/uxlfoundation/skills/tree/main/skills/uxl-onemath</a:t>
            </a:r>
          </a:p>
          <a:p xmlns:a="http://schemas.openxmlformats.org/drawingml/2006/main">
            <a:r>
              <a:t>- https://github.com/uxlfoundation/skills/blob/main/skill-cards/uxl-onemath.md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Why this is useful to oneMath at first glance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https://github.com/uxlfoundation/skills/tree/main/skills/uxl-onemath</a:t>
            </a:r>
          </a:p>
          <a:p xmlns:a="http://schemas.openxmlformats.org/drawingml/2006/main">
            <a:r>
              <a:t>- https://github.com/uxlfoundation/skills/blob/main/skill-cards/uxl-onemath.md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https://github.com/uxlfoundation/skills/tree/main/skills/uxl-onemath</a:t>
            </a:r>
          </a:p>
          <a:p xmlns:a="http://schemas.openxmlformats.org/drawingml/2006/main">
            <a:r>
              <a:t>- https://github.com/uxlfoundation/skills/blob/main/skill-cards/uxl-onemath.md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3 implemented, 3 targeted gaps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https://github.com/uxlfoundation/skills/tree/main/skills/uxl-onemath</a:t>
            </a:r>
          </a:p>
          <a:p xmlns:a="http://schemas.openxmlformats.org/drawingml/2006/main">
            <a:r>
              <a:t>- https://github.com/uxlfoundation/skills/blob/main/skill-cards/uxl-onemath.md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https://github.com/uxlfoundation/skills/tree/main/skills/uxl-onemath</a:t>
            </a:r>
          </a:p>
          <a:p xmlns:a="http://schemas.openxmlformats.org/drawingml/2006/main">
            <a:r>
              <a:t>- https://github.com/uxlfoundation/skills/blob/main/skill-cards/uxl-onemath.md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project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https://github.com/uxlfoundation/skills/tree/main/skills/uxl-onemath</a:t>
            </a:r>
          </a:p>
          <a:p xmlns:a="http://schemas.openxmlformats.org/drawingml/2006/main">
            <a:r>
              <a:t>- https://github.com/uxlfoundation/skills/blob/main/skill-cards/uxl-onemath.md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c45953ef3d4f8a" /><Relationship Type="http://schemas.openxmlformats.org/officeDocument/2006/relationships/image" Target="/ppt/media/image2.png" Id="Re04871bacaf44e7d" /><Relationship Type="http://schemas.openxmlformats.org/officeDocument/2006/relationships/image" Target="/ppt/media/image3.png" Id="Ree2509adb7b64c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89d2e5c3b2454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fdb9e9dd3441af" /><Relationship Type="http://schemas.openxmlformats.org/officeDocument/2006/relationships/image" Target="/ppt/media/image4.png" Id="Rcf2cfd16fca1476e" /><Relationship Type="http://schemas.openxmlformats.org/officeDocument/2006/relationships/image" Target="/ppt/media/image.png" Id="R130275da88ab4bb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fd97cb3c664a9e" /><Relationship Type="http://schemas.openxmlformats.org/officeDocument/2006/relationships/image" Target="/ppt/media/image5.png" Id="R9a5bb31a29cf4101" /><Relationship Type="http://schemas.openxmlformats.org/officeDocument/2006/relationships/image" Target="/ppt/media/image.png" Id="R8c606d30fa5143a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a822c174ec434f" /><Relationship Type="http://schemas.openxmlformats.org/officeDocument/2006/relationships/image" Target="/ppt/media/image6.png" Id="R4a90724d60234a37" /><Relationship Type="http://schemas.openxmlformats.org/officeDocument/2006/relationships/image" Target="/ppt/media/image.png" Id="Rc4a133c7d0e3407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540300bce64128" /><Relationship Type="http://schemas.openxmlformats.org/officeDocument/2006/relationships/image" Target="/ppt/media/image3.png" Id="R48df7a380f4f4e3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a485e6688747bb" /><Relationship Type="http://schemas.openxmlformats.org/officeDocument/2006/relationships/image" Target="/ppt/media/image7.png" Id="R3e52722b809647a9" /><Relationship Type="http://schemas.openxmlformats.org/officeDocument/2006/relationships/image" Target="/ppt/media/image8.png" Id="R8f1422d8eb1d49b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59d21ff51a4d32" /><Relationship Type="http://schemas.openxmlformats.org/officeDocument/2006/relationships/image" Target="/ppt/media/image9.png" Id="R1e10915f55304b6c" /><Relationship Type="http://schemas.openxmlformats.org/officeDocument/2006/relationships/image" Target="/ppt/media/image3.png" Id="Rb374828d076a4ae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ca0a0f55d149d0" /><Relationship Type="http://schemas.openxmlformats.org/officeDocument/2006/relationships/image" Target="/ppt/media/image10.png" Id="R7aebb99ca68a4759" /><Relationship Type="http://schemas.openxmlformats.org/officeDocument/2006/relationships/image" Target="/ppt/media/image.png" Id="R9892939ef298410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6bdee8a8a34654" /><Relationship Type="http://schemas.openxmlformats.org/officeDocument/2006/relationships/image" Target="/ppt/media/image11.png" Id="Rba02fd62823f4a0d" /><Relationship Type="http://schemas.openxmlformats.org/officeDocument/2006/relationships/image" Target="/ppt/media/image3.png" Id="R96b74d5640be458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820dd6bdb2475a" /><Relationship Type="http://schemas.openxmlformats.org/officeDocument/2006/relationships/image" Target="/ppt/media/image3.png" Id="Rd748f2eb499044e1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e5c91049de41a3" /><Relationship Type="http://schemas.openxmlformats.org/officeDocument/2006/relationships/image" Target="/ppt/media/image12.png" Id="R8767f226763048e2" /><Relationship Type="http://schemas.openxmlformats.org/officeDocument/2006/relationships/image" Target="/ppt/media/image.png" Id="R8c85dd38a5194c20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ae13bc0d09449e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82696a6dfd4f8b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7823b6a67d4a7b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3f762016274640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e5217762c3b450d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350add40f8a4f2a" /><Relationship Type="http://schemas.openxmlformats.org/officeDocument/2006/relationships/image" Target="/ppt/media/image8.png" Id="R2cbc22e9b7424a88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b1a2745e15d49e6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a813a01d87349ff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7e6f40d378643a6" /><Relationship Type="http://schemas.openxmlformats.org/officeDocument/2006/relationships/image" Target="/ppt/media/image13.png" Id="Rf52487711c0f4393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b294d7b445d485e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86c6047f9d44845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7b0061568fc44b3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350a59aa14546c9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ab98d52cb8a4883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9cc7a8edfa94504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98b2fe6387341ad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1fe6674000b4c35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e04871bacaf44e7d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2509adb7b64ce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cf2cfd16fca1476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0275da88ab4bb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9a5bb31a29cf4101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606d30fa5143a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4a90724d60234a37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a133c7d0e3407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8df7a380f4f4e3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3e52722b809647a9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1422d8eb1d49b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1e10915f55304b6c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374828d076a4ae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7aebb99ca68a4759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92939ef298410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ba02fd62823f4a0d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b74d5640be458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48f2eb499044e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8767f226763048e2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85dd38a5194c2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cbc22e9b7424a8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2487711c0f439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9cb77312bb4b1e" /><Relationship Type="http://schemas.openxmlformats.org/officeDocument/2006/relationships/slideLayout" Target="/ppt/slideLayouts/slideLayout1.xml" Id="Rfc211a4a9183494f" /><Relationship Type="http://schemas.openxmlformats.org/officeDocument/2006/relationships/slideLayout" Target="/ppt/slideLayouts/slideLayout2.xml" Id="Rbcde1b4c296c4b21" /><Relationship Type="http://schemas.openxmlformats.org/officeDocument/2006/relationships/slideLayout" Target="/ppt/slideLayouts/slideLayout3.xml" Id="R354070509fb04fb2" /><Relationship Type="http://schemas.openxmlformats.org/officeDocument/2006/relationships/slideLayout" Target="/ppt/slideLayouts/slideLayout4.xml" Id="Rfc8968cf309f4f6c" /><Relationship Type="http://schemas.openxmlformats.org/officeDocument/2006/relationships/slideLayout" Target="/ppt/slideLayouts/slideLayout5.xml" Id="R7def813c468c4564" /><Relationship Type="http://schemas.openxmlformats.org/officeDocument/2006/relationships/slideLayout" Target="/ppt/slideLayouts/slideLayout6.xml" Id="Rddcdc76a012e4cca" /><Relationship Type="http://schemas.openxmlformats.org/officeDocument/2006/relationships/slideLayout" Target="/ppt/slideLayouts/slideLayout7.xml" Id="R452ecd41c61247ed" /><Relationship Type="http://schemas.openxmlformats.org/officeDocument/2006/relationships/slideLayout" Target="/ppt/slideLayouts/slideLayout8.xml" Id="Rc9e3789f17a14c5a" /><Relationship Type="http://schemas.openxmlformats.org/officeDocument/2006/relationships/slideLayout" Target="/ppt/slideLayouts/slideLayout9.xml" Id="Re97deef038e94f81" /><Relationship Type="http://schemas.openxmlformats.org/officeDocument/2006/relationships/slideLayout" Target="/ppt/slideLayouts/slideLayout10.xml" Id="Rd450ac20d86e46f9" /><Relationship Type="http://schemas.openxmlformats.org/officeDocument/2006/relationships/slideLayout" Target="/ppt/slideLayouts/slideLayout11.xml" Id="R8ae8c4d9ac2f44ef" /><Relationship Type="http://schemas.openxmlformats.org/officeDocument/2006/relationships/slideLayout" Target="/ppt/slideLayouts/slideLayout12.xml" Id="R93206e7f34a74f61" /><Relationship Type="http://schemas.openxmlformats.org/officeDocument/2006/relationships/slideLayout" Target="/ppt/slideLayouts/slideLayout13.xml" Id="Rc1d8139903424ff5" /><Relationship Type="http://schemas.openxmlformats.org/officeDocument/2006/relationships/slideLayout" Target="/ppt/slideLayouts/slideLayout14.xml" Id="R662ce5afb9ad48cb" /><Relationship Type="http://schemas.openxmlformats.org/officeDocument/2006/relationships/slideLayout" Target="/ppt/slideLayouts/slideLayout15.xml" Id="R9f57a74cd7a9464c" /><Relationship Type="http://schemas.openxmlformats.org/officeDocument/2006/relationships/slideLayout" Target="/ppt/slideLayouts/slideLayout16.xml" Id="R6396f92466914517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e1112c6a35f14ed8" /><Relationship Type="http://schemas.openxmlformats.org/officeDocument/2006/relationships/theme" Target="/ppt/slideMasters/theme/theme3.xml" Id="Rfaf4b47cb2d244a7" /><Relationship Type="http://schemas.openxmlformats.org/officeDocument/2006/relationships/slideLayout" Target="/ppt/slideLayouts/slideLayout17.xml" Id="R3c9f398c1dd44e7d" /><Relationship Type="http://schemas.openxmlformats.org/officeDocument/2006/relationships/slideLayout" Target="/ppt/slideLayouts/slideLayout18.xml" Id="Re95000da74604257" /><Relationship Type="http://schemas.openxmlformats.org/officeDocument/2006/relationships/slideLayout" Target="/ppt/slideLayouts/slideLayout19.xml" Id="Rd9d21cdc48f54840" /><Relationship Type="http://schemas.openxmlformats.org/officeDocument/2006/relationships/slideLayout" Target="/ppt/slideLayouts/slideLayout20.xml" Id="Rda0ac56a42a5479b" /><Relationship Type="http://schemas.openxmlformats.org/officeDocument/2006/relationships/slideLayout" Target="/ppt/slideLayouts/slideLayout21.xml" Id="R13c663dd0b564d97" /><Relationship Type="http://schemas.openxmlformats.org/officeDocument/2006/relationships/slideLayout" Target="/ppt/slideLayouts/slideLayout22.xml" Id="Raf7f229089f64af1" /><Relationship Type="http://schemas.openxmlformats.org/officeDocument/2006/relationships/slideLayout" Target="/ppt/slideLayouts/slideLayout23.xml" Id="Rf234d06cfae744d1" /><Relationship Type="http://schemas.openxmlformats.org/officeDocument/2006/relationships/slideLayout" Target="/ppt/slideLayouts/slideLayout24.xml" Id="Rdcc8a28baa9c455e" /><Relationship Type="http://schemas.openxmlformats.org/officeDocument/2006/relationships/slideLayout" Target="/ppt/slideLayouts/slideLayout25.xml" Id="R814250efdbaf4f73" /><Relationship Type="http://schemas.openxmlformats.org/officeDocument/2006/relationships/slideLayout" Target="/ppt/slideLayouts/slideLayout26.xml" Id="Rdebaf5a8383a4321" /><Relationship Type="http://schemas.openxmlformats.org/officeDocument/2006/relationships/slideLayout" Target="/ppt/slideLayouts/slideLayout27.xml" Id="Rf1af8e439588406c" /><Relationship Type="http://schemas.openxmlformats.org/officeDocument/2006/relationships/slideLayout" Target="/ppt/slideLayouts/slideLayout28.xml" Id="R719b33d6be4b475f" /><Relationship Type="http://schemas.openxmlformats.org/officeDocument/2006/relationships/slideLayout" Target="/ppt/slideLayouts/slideLayout29.xml" Id="Rda10205655674640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211a4a9183494f"/>
    <p:sldLayoutId xmlns:r="http://schemas.openxmlformats.org/officeDocument/2006/relationships" id="2147483650" r:id="Rbcde1b4c296c4b21"/>
    <p:sldLayoutId xmlns:r="http://schemas.openxmlformats.org/officeDocument/2006/relationships" id="2147483651" r:id="R354070509fb04fb2"/>
    <p:sldLayoutId xmlns:r="http://schemas.openxmlformats.org/officeDocument/2006/relationships" id="2147483652" r:id="Rfc8968cf309f4f6c"/>
    <p:sldLayoutId xmlns:r="http://schemas.openxmlformats.org/officeDocument/2006/relationships" id="2147483653" r:id="R7def813c468c4564"/>
    <p:sldLayoutId xmlns:r="http://schemas.openxmlformats.org/officeDocument/2006/relationships" id="2147483654" r:id="Rddcdc76a012e4cca"/>
    <p:sldLayoutId xmlns:r="http://schemas.openxmlformats.org/officeDocument/2006/relationships" id="2147483655" r:id="R452ecd41c61247ed"/>
    <p:sldLayoutId xmlns:r="http://schemas.openxmlformats.org/officeDocument/2006/relationships" id="2147483656" r:id="Rc9e3789f17a14c5a"/>
    <p:sldLayoutId xmlns:r="http://schemas.openxmlformats.org/officeDocument/2006/relationships" id="2147483657" r:id="Re97deef038e94f81"/>
    <p:sldLayoutId xmlns:r="http://schemas.openxmlformats.org/officeDocument/2006/relationships" id="2147483658" r:id="Rd450ac20d86e46f9"/>
    <p:sldLayoutId xmlns:r="http://schemas.openxmlformats.org/officeDocument/2006/relationships" id="2147483659" r:id="R8ae8c4d9ac2f44ef"/>
    <p:sldLayoutId xmlns:r="http://schemas.openxmlformats.org/officeDocument/2006/relationships" id="2147483660" r:id="R93206e7f34a74f61"/>
    <p:sldLayoutId xmlns:r="http://schemas.openxmlformats.org/officeDocument/2006/relationships" id="2147483661" r:id="Rc1d8139903424ff5"/>
    <p:sldLayoutId xmlns:r="http://schemas.openxmlformats.org/officeDocument/2006/relationships" id="2147483662" r:id="R662ce5afb9ad48cb"/>
    <p:sldLayoutId xmlns:r="http://schemas.openxmlformats.org/officeDocument/2006/relationships" id="2147483663" r:id="R9f57a74cd7a9464c"/>
    <p:sldLayoutId xmlns:r="http://schemas.openxmlformats.org/officeDocument/2006/relationships" id="2147483664" r:id="R6396f92466914517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112c6a35f14ed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3c9f398c1dd44e7d"/>
    <p:sldLayoutId xmlns:r="http://schemas.openxmlformats.org/officeDocument/2006/relationships" id="2147483667" r:id="Re95000da74604257"/>
    <p:sldLayoutId xmlns:r="http://schemas.openxmlformats.org/officeDocument/2006/relationships" id="2147483668" r:id="Rd9d21cdc48f54840"/>
    <p:sldLayoutId xmlns:r="http://schemas.openxmlformats.org/officeDocument/2006/relationships" id="2147483669" r:id="Rda0ac56a42a5479b"/>
    <p:sldLayoutId xmlns:r="http://schemas.openxmlformats.org/officeDocument/2006/relationships" id="2147483670" r:id="R13c663dd0b564d97"/>
    <p:sldLayoutId xmlns:r="http://schemas.openxmlformats.org/officeDocument/2006/relationships" id="2147483671" r:id="Raf7f229089f64af1"/>
    <p:sldLayoutId xmlns:r="http://schemas.openxmlformats.org/officeDocument/2006/relationships" id="2147483672" r:id="Rf234d06cfae744d1"/>
    <p:sldLayoutId xmlns:r="http://schemas.openxmlformats.org/officeDocument/2006/relationships" id="2147483673" r:id="Rdcc8a28baa9c455e"/>
    <p:sldLayoutId xmlns:r="http://schemas.openxmlformats.org/officeDocument/2006/relationships" id="2147483674" r:id="R814250efdbaf4f73"/>
    <p:sldLayoutId xmlns:r="http://schemas.openxmlformats.org/officeDocument/2006/relationships" id="2147483675" r:id="Rdebaf5a8383a4321"/>
    <p:sldLayoutId xmlns:r="http://schemas.openxmlformats.org/officeDocument/2006/relationships" id="2147483676" r:id="Rf1af8e439588406c"/>
    <p:sldLayoutId xmlns:r="http://schemas.openxmlformats.org/officeDocument/2006/relationships" id="2147483677" r:id="R719b33d6be4b475f"/>
    <p:sldLayoutId xmlns:r="http://schemas.openxmlformats.org/officeDocument/2006/relationships" id="2147483678" r:id="Rda10205655674640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e0541f4cab54642" /><Relationship Type="http://schemas.openxmlformats.org/officeDocument/2006/relationships/notesSlide" Target="/ppt/notesSlides/notesSlide1.xml" Id="R6c7c06d4fb064cf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2f749b9188744717" /><Relationship Type="http://schemas.openxmlformats.org/officeDocument/2006/relationships/notesSlide" Target="/ppt/notesSlides/notesSlide2.xml" Id="R399c438bedbe44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922e5b5a9874445b" /><Relationship Type="http://schemas.openxmlformats.org/officeDocument/2006/relationships/notesSlide" Target="/ppt/notesSlides/notesSlide3.xml" Id="Rd59c1f66065b49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0cb88e0f3cfe499d" /><Relationship Type="http://schemas.openxmlformats.org/officeDocument/2006/relationships/notesSlide" Target="/ppt/notesSlides/notesSlide4.xml" Id="R316c3b10abda43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f3971120e744a33" /><Relationship Type="http://schemas.openxmlformats.org/officeDocument/2006/relationships/notesSlide" Target="/ppt/notesSlides/notesSlide5.xml" Id="R72fbf095c41342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3f0a37db60c4d2f" /><Relationship Type="http://schemas.openxmlformats.org/officeDocument/2006/relationships/notesSlide" Target="/ppt/notesSlides/notesSlide6.xml" Id="Recadedb696a7478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0edb898dccbf43ba" /><Relationship Type="http://schemas.openxmlformats.org/officeDocument/2006/relationships/notesSlide" Target="/ppt/notesSlides/notesSlide7.xml" Id="R4d1107d8d100439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oneMath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Domains, dispatch, queues, backends, and linking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</a:t>
            </a:r>
            <a:r>
              <a:rPr sz="1500" b="1">
                <a:solidFill>
                  <a:srgbClr val="07083C"/>
                </a:solidFill>
              </a:rPr>
              <a:t> 3 of 6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Why this is useful to oneMath at first glance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Stop naming confusion</a:t>
            </a:r>
            <a:r>
              <a:rPr sz="1913">
                <a:solidFill>
                  <a:srgbClr val="000000"/>
                </a:solidFill>
              </a:rPr>
              <a:t> — The skill distinguishes open-source oneMath from Intel oneMKL and asks agents to name the actual backend.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Choose the right dispatch path</a:t>
            </a:r>
            <a:r>
              <a:rPr sz="1913">
                <a:solidFill>
                  <a:srgbClr val="000000"/>
                </a:solidFill>
              </a:rPr>
              <a:t> — Runtime dispatch, compile-time selectors, and RNG device API have different build and dependency contracts.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Make queue ownership explicit</a:t>
            </a:r>
            <a:r>
              <a:rPr sz="1913">
                <a:solidFill>
                  <a:srgbClr val="000000"/>
                </a:solidFill>
              </a:rPr>
              <a:t> — Agents preserve caller-owned execution and event dependencies instead of creating hidden queues.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Prevent compatibility folklore</a:t>
            </a:r>
            <a:r>
              <a:rPr sz="1913">
                <a:solidFill>
                  <a:srgbClr val="000000"/>
                </a:solidFill>
              </a:rPr>
              <a:t> — Backend/domain/OS/hardware claims require current support-matrix verification.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Classify the domain</a:t>
            </a:r>
            <a:r>
              <a:rPr sz="1913">
                <a:solidFill>
                  <a:srgbClr val="000000"/>
                </a:solidFill>
              </a:rPr>
              <a:t> — BLAS, LAPACK, RNG, DFT, or sparse BLAS before choosing an API path.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Select a usage model</a:t>
            </a:r>
            <a:r>
              <a:rPr sz="1913">
                <a:solidFill>
                  <a:srgbClr val="000000"/>
                </a:solidFill>
              </a:rPr>
              <a:t> — Runtime dispatch for one link/load path; compile-time dispatch for explicit/static backend control; device API for supported in-kernel RNG.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Write the math contract</a:t>
            </a:r>
            <a:r>
              <a:rPr sz="1913">
                <a:solidFill>
                  <a:srgbClr val="000000"/>
                </a:solidFill>
              </a:rPr>
              <a:t> — Precision, layout, dimensions, leading dimensions, batch strides, and event dependencies.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Diagnose build and runtime separately</a:t>
            </a:r>
            <a:r>
              <a:rPr sz="1913">
                <a:solidFill>
                  <a:srgbClr val="000000"/>
                </a:solidFill>
              </a:rPr>
              <a:t> — Compiler, wrapper libraries, package discovery, runtime loader paths, and device visibility.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Test small known answers first</a:t>
            </a:r>
            <a:r>
              <a:rPr sz="1913">
                <a:solidFill>
                  <a:srgbClr val="000000"/>
                </a:solidFill>
              </a:rPr>
              <a:t> — Then measure representative sizes with dispatch and transfer scope stated.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3 implemented, 3 targeted gaps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Implemented</a:t>
            </a:r>
            <a:r>
              <a:rPr sz="1913">
                <a:solidFill>
                  <a:srgbClr val="000000"/>
                </a:solidFill>
              </a:rPr>
              <a:t> — Missing runtime backend library; packed-band storage fixtures; deprecated header include.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</a:t>
            </a:r>
            <a:r>
              <a:rPr sz="1913">
                <a:solidFill>
                  <a:srgbClr val="000000"/>
                </a:solidFill>
              </a:rPr>
              <a:t> — Two implemented tasks are grounded in upstream maintainer incidents.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 device work</a:t>
            </a:r>
            <a:r>
              <a:rPr sz="1913">
                <a:solidFill>
                  <a:srgbClr val="000000"/>
                </a:solidFill>
              </a:rPr>
              <a:t> — RNG device event chain and third-party backend wrapper on a declared target.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Planned toolchain work</a:t>
            </a:r>
            <a:r>
              <a:rPr sz="1913">
                <a:solidFill>
                  <a:srgbClr val="000000"/>
                </a:solidFill>
              </a:rPr>
              <a:t> — Dispatch-overhead benchmark with a pinned hosted toolchain.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this proves</a:t>
            </a:r>
            <a:r>
              <a:rPr sz="1913">
                <a:solidFill>
                  <a:srgbClr val="000000"/>
                </a:solidFill>
              </a:rPr>
              <a:t> — Current tasks cover integration and API-contract reasoning, not the full backend matrix.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Official project material</a:t>
            </a:r>
            <a:r>
              <a:rPr sz="1913">
                <a:solidFill>
                  <a:srgbClr val="000000"/>
                </a:solidFill>
              </a:rPr>
              <a:t> — Usage-model docs, build/link instructions, backend integration guidance, examples, releases, and support matrices.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Common boundary failures</a:t>
            </a:r>
            <a:r>
              <a:rPr sz="1913">
                <a:solidFill>
                  <a:srgbClr val="000000"/>
                </a:solidFill>
              </a:rPr>
              <a:t> — Wrong dispatch assumption, missing runtime libraries, storage layout mistakes, include/package drift.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Portable wording</a:t>
            </a:r>
            <a:r>
              <a:rPr sz="1913">
                <a:solidFill>
                  <a:srgbClr val="000000"/>
                </a:solidFill>
              </a:rPr>
              <a:t> — The skill names multiple backend families while requiring verification for the exact domain and version.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Visible gaps</a:t>
            </a:r>
            <a:r>
              <a:rPr sz="1913">
                <a:solidFill>
                  <a:srgbClr val="000000"/>
                </a:solidFill>
              </a:rPr>
              <a:t> — Device events, third-party wrappers, and dispatch measurement stay planned until their environments are credible.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project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 the decision tree</a:t>
            </a:r>
            <a:r>
              <a:rPr sz="1913">
                <a:solidFill>
                  <a:srgbClr val="000000"/>
                </a:solidFill>
              </a:rPr>
              <a:t> — Domain, host/device API, runtime versus compile-time dispatch, compiler, and backend.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Curate current sources</a:t>
            </a:r>
            <a:r>
              <a:rPr sz="1913">
                <a:solidFill>
                  <a:srgbClr val="000000"/>
                </a:solidFill>
              </a:rPr>
              <a:t> — Keep support-matrix and release-specific claims fresh; delete stale compatibility advice.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Shape the evaluation backlog</a:t>
            </a:r>
            <a:r>
              <a:rPr sz="1913">
                <a:solidFill>
                  <a:srgbClr val="000000"/>
                </a:solidFill>
              </a:rPr>
              <a:t> — Replace constructed tasks with authentic integration failures when possible.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keeps the machinery</a:t>
            </a:r>
            <a:r>
              <a:rPr sz="1913">
                <a:solidFill>
                  <a:srgbClr val="000000"/>
                </a:solidFill>
              </a:rPr>
              <a:t> — Common validators, Harbor, dashboards, hosted toolchains, and runner contracts remain shared.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terminology</a:t>
            </a:r>
            <a:r>
              <a:rPr sz="1913">
                <a:solidFill>
                  <a:srgbClr val="000000"/>
                </a:solidFill>
              </a:rPr>
              <a:t> — oneMath versus oneMKL; current API names; supported compatibility includes.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Check the dispatch guidance</a:t>
            </a:r>
            <a:r>
              <a:rPr sz="1913">
                <a:solidFill>
                  <a:srgbClr val="000000"/>
                </a:solidFill>
              </a:rPr>
              <a:t> — Is the runtime/compile-time/device decision tree accurate and complete enough?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Prioritize the three gaps</a:t>
            </a:r>
            <a:r>
              <a:rPr sz="1913">
                <a:solidFill>
                  <a:srgbClr val="000000"/>
                </a:solidFill>
              </a:rPr>
              <a:t> — Which one best represents real maintainer pain and can be reproduced?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an owner</a:t>
            </a:r>
            <a:r>
              <a:rPr sz="1913">
                <a:solidFill>
                  <a:srgbClr val="000000"/>
                </a:solidFill>
              </a:rPr>
              <a:t> — One reviewer for source and support-matrix freshness.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</a:t>
            </a:r>
            <a:r>
              <a:rPr sz="1913">
                <a:solidFill>
                  <a:srgbClr val="000000"/>
                </a:solidFill>
              </a:rPr>
              <a:t> — Agents arrive at oneMath PRs with the domain, usage model, backend, link contract, and evidence already stated.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2026-09-04T13:53:42.3310000Z</dcterms:created>
  <dcterms:modified xsi:type="dcterms:W3CDTF">2026-09-04T13:53:42.3310000Z</dcterms:modified>
</coreProperties>
</file>