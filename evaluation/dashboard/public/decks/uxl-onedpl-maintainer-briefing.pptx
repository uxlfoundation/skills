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94c7a3f83d458e" /><Relationship Type="http://schemas.openxmlformats.org/officeDocument/2006/relationships/extended-properties" Target="/docProps/app.xml" Id="R05adc18d22f94846" /><Relationship Type="http://schemas.openxmlformats.org/officeDocument/2006/relationships/officeDocument" Target="/ppt/presentation.xml" Id="R645156983e9e4e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3e4585fd844b17"/>
    <p:sldMasterId xmlns:r="http://schemas.openxmlformats.org/officeDocument/2006/relationships" id="2147483665" r:id="R37e9b1a517654061"/>
  </p:sldMasterIdLst>
  <p:notesMasterIdLst>
    <p:notesMasterId xmlns:r="http://schemas.openxmlformats.org/officeDocument/2006/relationships" r:id="Red22d16f78224b22"/>
  </p:notesMasterIdLst>
  <p:sldIdLst>
    <p:sldId xmlns:r="http://schemas.openxmlformats.org/officeDocument/2006/relationships" id="256" r:id="R475920009c11471a"/>
    <p:sldId xmlns:r="http://schemas.openxmlformats.org/officeDocument/2006/relationships" id="257" r:id="Ra90483d593a94449"/>
    <p:sldId xmlns:r="http://schemas.openxmlformats.org/officeDocument/2006/relationships" id="258" r:id="Rbe29e17ce0f44dde"/>
    <p:sldId xmlns:r="http://schemas.openxmlformats.org/officeDocument/2006/relationships" id="259" r:id="R740751b60d9f4083"/>
    <p:sldId xmlns:r="http://schemas.openxmlformats.org/officeDocument/2006/relationships" id="260" r:id="R59e2c328d2e54c20"/>
    <p:sldId xmlns:r="http://schemas.openxmlformats.org/officeDocument/2006/relationships" id="261" r:id="R3d36d1a1594e4ebe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8d41c0c4c145de" /><Relationship Type="http://schemas.openxmlformats.org/officeDocument/2006/relationships/slideMaster" Target="/ppt/slideMasters/slideMaster1.xml" Id="R0a3e4585fd844b17" /><Relationship Type="http://schemas.openxmlformats.org/officeDocument/2006/relationships/slideMaster" Target="/ppt/slideMasters/slideMaster2.xml" Id="R37e9b1a517654061" /><Relationship Type="http://schemas.openxmlformats.org/officeDocument/2006/relationships/notesMaster" Target="/ppt/notesMasters/notesMaster1.xml" Id="Red22d16f78224b22" /><Relationship Type="http://schemas.openxmlformats.org/officeDocument/2006/relationships/presProps" Target="/ppt/presProps.xml" Id="R50351ddad8614cbd" /><Relationship Type="http://schemas.openxmlformats.org/officeDocument/2006/relationships/viewProps" Target="/ppt/viewProps.xml" Id="R548d17799a784e85" /><Relationship Type="http://schemas.openxmlformats.org/officeDocument/2006/relationships/tableStyles" Target="/ppt/tableStyles.xml" Id="R5585f7566465479c" /><Relationship Type="http://schemas.microsoft.com/office/2018/10/relationships/authors" Target="/ppt/authors.xml" Id="R0552eb4c24d247ef" /><Relationship Type="http://schemas.openxmlformats.org/officeDocument/2006/relationships/slide" Target="/ppt/slides/slide1.xml" Id="R475920009c11471a" /><Relationship Type="http://schemas.openxmlformats.org/officeDocument/2006/relationships/slide" Target="/ppt/slides/slide2.xml" Id="Ra90483d593a94449" /><Relationship Type="http://schemas.openxmlformats.org/officeDocument/2006/relationships/slide" Target="/ppt/slides/slide3.xml" Id="Rbe29e17ce0f44dde" /><Relationship Type="http://schemas.openxmlformats.org/officeDocument/2006/relationships/slide" Target="/ppt/slides/slide4.xml" Id="R740751b60d9f4083" /><Relationship Type="http://schemas.openxmlformats.org/officeDocument/2006/relationships/slide" Target="/ppt/slides/slide5.xml" Id="R59e2c328d2e54c20" /><Relationship Type="http://schemas.openxmlformats.org/officeDocument/2006/relationships/slide" Target="/ppt/slides/slide6.xml" Id="R3d36d1a1594e4e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d08d5bf42e1648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0ed1a8f59545a9" /><Relationship Type="http://schemas.openxmlformats.org/officeDocument/2006/relationships/notesMaster" Target="/ppt/notesMasters/notesMaster1.xml" Id="R480f778facb74d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d173ed13004cad" /><Relationship Type="http://schemas.openxmlformats.org/officeDocument/2006/relationships/notesMaster" Target="/ppt/notesMasters/notesMaster1.xml" Id="Rcdb323d225cc4f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322722b9744ab7" /><Relationship Type="http://schemas.openxmlformats.org/officeDocument/2006/relationships/notesMaster" Target="/ppt/notesMasters/notesMaster1.xml" Id="R5f7116c2474d4c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978f3bcf254562" /><Relationship Type="http://schemas.openxmlformats.org/officeDocument/2006/relationships/notesMaster" Target="/ppt/notesMasters/notesMaster1.xml" Id="Rb5216816d60048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9d10330ee44781" /><Relationship Type="http://schemas.openxmlformats.org/officeDocument/2006/relationships/notesMaster" Target="/ppt/notesMasters/notesMaster1.xml" Id="R66b2497a292c44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958027bf5b4020" /><Relationship Type="http://schemas.openxmlformats.org/officeDocument/2006/relationships/notesMaster" Target="/ppt/notesMasters/notesMaster1.xml" Id="R39ee7129353848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oneDPL skill: keep policy, data, and synchronization aligned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4 implemented, 2 device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2e634c5aea424e" /><Relationship Type="http://schemas.openxmlformats.org/officeDocument/2006/relationships/image" Target="/ppt/media/image2.png" Id="R8e0a059ca86e439f" /><Relationship Type="http://schemas.openxmlformats.org/officeDocument/2006/relationships/image" Target="/ppt/media/image3.png" Id="Re37277eba2564d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bebd18602040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5c9a495a464c84" /><Relationship Type="http://schemas.openxmlformats.org/officeDocument/2006/relationships/image" Target="/ppt/media/image4.png" Id="R8236ec10af354758" /><Relationship Type="http://schemas.openxmlformats.org/officeDocument/2006/relationships/image" Target="/ppt/media/image.png" Id="Rb9abe82d342643b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9870bb28af4ce2" /><Relationship Type="http://schemas.openxmlformats.org/officeDocument/2006/relationships/image" Target="/ppt/media/image5.png" Id="R021c2426968648cc" /><Relationship Type="http://schemas.openxmlformats.org/officeDocument/2006/relationships/image" Target="/ppt/media/image.png" Id="Rcd33ee80c36d43e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78eb3d39a24b6a" /><Relationship Type="http://schemas.openxmlformats.org/officeDocument/2006/relationships/image" Target="/ppt/media/image6.png" Id="R7949a7e3e1734696" /><Relationship Type="http://schemas.openxmlformats.org/officeDocument/2006/relationships/image" Target="/ppt/media/image.png" Id="R47c2463b01e14fb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7272c92314b80" /><Relationship Type="http://schemas.openxmlformats.org/officeDocument/2006/relationships/image" Target="/ppt/media/image3.png" Id="R341f5b247b27461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6eadb2cbbd4628" /><Relationship Type="http://schemas.openxmlformats.org/officeDocument/2006/relationships/image" Target="/ppt/media/image7.png" Id="R7ad8f22fe7f445e9" /><Relationship Type="http://schemas.openxmlformats.org/officeDocument/2006/relationships/image" Target="/ppt/media/image8.png" Id="R56ce99032ad5479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a574168d43464d" /><Relationship Type="http://schemas.openxmlformats.org/officeDocument/2006/relationships/image" Target="/ppt/media/image9.png" Id="R224e5f437967449f" /><Relationship Type="http://schemas.openxmlformats.org/officeDocument/2006/relationships/image" Target="/ppt/media/image3.png" Id="R2bc50baf7bd0486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e0917b78f9428c" /><Relationship Type="http://schemas.openxmlformats.org/officeDocument/2006/relationships/image" Target="/ppt/media/image10.png" Id="R1d9a56dd60054698" /><Relationship Type="http://schemas.openxmlformats.org/officeDocument/2006/relationships/image" Target="/ppt/media/image.png" Id="Rb04a54de7b0c41d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f777f0faae4c7b" /><Relationship Type="http://schemas.openxmlformats.org/officeDocument/2006/relationships/image" Target="/ppt/media/image11.png" Id="R2496b3061bdf4f74" /><Relationship Type="http://schemas.openxmlformats.org/officeDocument/2006/relationships/image" Target="/ppt/media/image3.png" Id="Ra4359fa8e46d4f9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857e6792114184" /><Relationship Type="http://schemas.openxmlformats.org/officeDocument/2006/relationships/image" Target="/ppt/media/image3.png" Id="Rb4b7cce20a09490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b40ef7b1b84112" /><Relationship Type="http://schemas.openxmlformats.org/officeDocument/2006/relationships/image" Target="/ppt/media/image12.png" Id="R3f40666c57b9491e" /><Relationship Type="http://schemas.openxmlformats.org/officeDocument/2006/relationships/image" Target="/ppt/media/image.png" Id="R0ab6817d06e347b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2d15d2c8e24263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e7e17952e649f8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4d39e1c354b9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85d33ffda74059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e8eeb83f2c241ba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cf6e7d384814b9b" /><Relationship Type="http://schemas.openxmlformats.org/officeDocument/2006/relationships/image" Target="/ppt/media/image8.png" Id="Re3742e0d85b54b4f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fe299dcb7aa46d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5e9f600db394705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ed7be380a2247f8" /><Relationship Type="http://schemas.openxmlformats.org/officeDocument/2006/relationships/image" Target="/ppt/media/image13.png" Id="R0f19e336e44d418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4780ec729424678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ff2658d8713478c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8841e9499024c11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75c472e671a4c3d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b9eded02b4e407d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59cda288494b78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63ab5d64a644e45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2b9b6a657484d43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8e0a059ca86e439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7277eba2564d1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8236ec10af35475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abe82d342643b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021c2426968648c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33ee80c36d43e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7949a7e3e173469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c2463b01e14f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1f5b247b27461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7ad8f22fe7f445e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ce99032ad5479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224e5f437967449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c50baf7bd0486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1d9a56dd6005469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4a54de7b0c41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2496b3061bdf4f7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359fa8e46d4f9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b7cce20a09490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3f40666c57b9491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b6817d06e347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742e0d85b54b4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19e336e44d418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9deb62df3b43e9" /><Relationship Type="http://schemas.openxmlformats.org/officeDocument/2006/relationships/slideLayout" Target="/ppt/slideLayouts/slideLayout1.xml" Id="Rcf3f09037f724694" /><Relationship Type="http://schemas.openxmlformats.org/officeDocument/2006/relationships/slideLayout" Target="/ppt/slideLayouts/slideLayout2.xml" Id="Ra42d4783bf5547d4" /><Relationship Type="http://schemas.openxmlformats.org/officeDocument/2006/relationships/slideLayout" Target="/ppt/slideLayouts/slideLayout3.xml" Id="R452e38ab58d14a4b" /><Relationship Type="http://schemas.openxmlformats.org/officeDocument/2006/relationships/slideLayout" Target="/ppt/slideLayouts/slideLayout4.xml" Id="R2e80c968d3834edb" /><Relationship Type="http://schemas.openxmlformats.org/officeDocument/2006/relationships/slideLayout" Target="/ppt/slideLayouts/slideLayout5.xml" Id="R4e15652bffcd4978" /><Relationship Type="http://schemas.openxmlformats.org/officeDocument/2006/relationships/slideLayout" Target="/ppt/slideLayouts/slideLayout6.xml" Id="R7b9fa201d31b49a4" /><Relationship Type="http://schemas.openxmlformats.org/officeDocument/2006/relationships/slideLayout" Target="/ppt/slideLayouts/slideLayout7.xml" Id="R3fd8a9bec0224171" /><Relationship Type="http://schemas.openxmlformats.org/officeDocument/2006/relationships/slideLayout" Target="/ppt/slideLayouts/slideLayout8.xml" Id="R324eb797c1804d21" /><Relationship Type="http://schemas.openxmlformats.org/officeDocument/2006/relationships/slideLayout" Target="/ppt/slideLayouts/slideLayout9.xml" Id="Ra205500b78cb40f8" /><Relationship Type="http://schemas.openxmlformats.org/officeDocument/2006/relationships/slideLayout" Target="/ppt/slideLayouts/slideLayout10.xml" Id="R2904a269b7d94863" /><Relationship Type="http://schemas.openxmlformats.org/officeDocument/2006/relationships/slideLayout" Target="/ppt/slideLayouts/slideLayout11.xml" Id="R834f7ddeea7f4585" /><Relationship Type="http://schemas.openxmlformats.org/officeDocument/2006/relationships/slideLayout" Target="/ppt/slideLayouts/slideLayout12.xml" Id="Rf282299320674a6e" /><Relationship Type="http://schemas.openxmlformats.org/officeDocument/2006/relationships/slideLayout" Target="/ppt/slideLayouts/slideLayout13.xml" Id="R871844ef77064e9a" /><Relationship Type="http://schemas.openxmlformats.org/officeDocument/2006/relationships/slideLayout" Target="/ppt/slideLayouts/slideLayout14.xml" Id="R2ae68062882d4e37" /><Relationship Type="http://schemas.openxmlformats.org/officeDocument/2006/relationships/slideLayout" Target="/ppt/slideLayouts/slideLayout15.xml" Id="Rdf391eff61cc476b" /><Relationship Type="http://schemas.openxmlformats.org/officeDocument/2006/relationships/slideLayout" Target="/ppt/slideLayouts/slideLayout16.xml" Id="Rbe17a16bd4e4474d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e29be5fdca4244a3" /><Relationship Type="http://schemas.openxmlformats.org/officeDocument/2006/relationships/theme" Target="/ppt/slideMasters/theme/theme3.xml" Id="R6bd6057329634249" /><Relationship Type="http://schemas.openxmlformats.org/officeDocument/2006/relationships/slideLayout" Target="/ppt/slideLayouts/slideLayout17.xml" Id="R60800709af9642ed" /><Relationship Type="http://schemas.openxmlformats.org/officeDocument/2006/relationships/slideLayout" Target="/ppt/slideLayouts/slideLayout18.xml" Id="Ra099b2701c1d4b18" /><Relationship Type="http://schemas.openxmlformats.org/officeDocument/2006/relationships/slideLayout" Target="/ppt/slideLayouts/slideLayout19.xml" Id="Rceda550d5f484367" /><Relationship Type="http://schemas.openxmlformats.org/officeDocument/2006/relationships/slideLayout" Target="/ppt/slideLayouts/slideLayout20.xml" Id="R9ad3660a23934564" /><Relationship Type="http://schemas.openxmlformats.org/officeDocument/2006/relationships/slideLayout" Target="/ppt/slideLayouts/slideLayout21.xml" Id="Re8ed57a620b84de5" /><Relationship Type="http://schemas.openxmlformats.org/officeDocument/2006/relationships/slideLayout" Target="/ppt/slideLayouts/slideLayout22.xml" Id="Rc849f8bb85ff4be1" /><Relationship Type="http://schemas.openxmlformats.org/officeDocument/2006/relationships/slideLayout" Target="/ppt/slideLayouts/slideLayout23.xml" Id="R48db7e87e5ad4020" /><Relationship Type="http://schemas.openxmlformats.org/officeDocument/2006/relationships/slideLayout" Target="/ppt/slideLayouts/slideLayout24.xml" Id="R40ad11aa2b1a4b82" /><Relationship Type="http://schemas.openxmlformats.org/officeDocument/2006/relationships/slideLayout" Target="/ppt/slideLayouts/slideLayout25.xml" Id="Rf891684204644031" /><Relationship Type="http://schemas.openxmlformats.org/officeDocument/2006/relationships/slideLayout" Target="/ppt/slideLayouts/slideLayout26.xml" Id="R32daf742e8de4dbc" /><Relationship Type="http://schemas.openxmlformats.org/officeDocument/2006/relationships/slideLayout" Target="/ppt/slideLayouts/slideLayout27.xml" Id="R60337ee202324e4e" /><Relationship Type="http://schemas.openxmlformats.org/officeDocument/2006/relationships/slideLayout" Target="/ppt/slideLayouts/slideLayout28.xml" Id="R92ddc615cf4a4f5c" /><Relationship Type="http://schemas.openxmlformats.org/officeDocument/2006/relationships/slideLayout" Target="/ppt/slideLayouts/slideLayout29.xml" Id="R53396600e9f64521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3f09037f724694"/>
    <p:sldLayoutId xmlns:r="http://schemas.openxmlformats.org/officeDocument/2006/relationships" id="2147483650" r:id="Ra42d4783bf5547d4"/>
    <p:sldLayoutId xmlns:r="http://schemas.openxmlformats.org/officeDocument/2006/relationships" id="2147483651" r:id="R452e38ab58d14a4b"/>
    <p:sldLayoutId xmlns:r="http://schemas.openxmlformats.org/officeDocument/2006/relationships" id="2147483652" r:id="R2e80c968d3834edb"/>
    <p:sldLayoutId xmlns:r="http://schemas.openxmlformats.org/officeDocument/2006/relationships" id="2147483653" r:id="R4e15652bffcd4978"/>
    <p:sldLayoutId xmlns:r="http://schemas.openxmlformats.org/officeDocument/2006/relationships" id="2147483654" r:id="R7b9fa201d31b49a4"/>
    <p:sldLayoutId xmlns:r="http://schemas.openxmlformats.org/officeDocument/2006/relationships" id="2147483655" r:id="R3fd8a9bec0224171"/>
    <p:sldLayoutId xmlns:r="http://schemas.openxmlformats.org/officeDocument/2006/relationships" id="2147483656" r:id="R324eb797c1804d21"/>
    <p:sldLayoutId xmlns:r="http://schemas.openxmlformats.org/officeDocument/2006/relationships" id="2147483657" r:id="Ra205500b78cb40f8"/>
    <p:sldLayoutId xmlns:r="http://schemas.openxmlformats.org/officeDocument/2006/relationships" id="2147483658" r:id="R2904a269b7d94863"/>
    <p:sldLayoutId xmlns:r="http://schemas.openxmlformats.org/officeDocument/2006/relationships" id="2147483659" r:id="R834f7ddeea7f4585"/>
    <p:sldLayoutId xmlns:r="http://schemas.openxmlformats.org/officeDocument/2006/relationships" id="2147483660" r:id="Rf282299320674a6e"/>
    <p:sldLayoutId xmlns:r="http://schemas.openxmlformats.org/officeDocument/2006/relationships" id="2147483661" r:id="R871844ef77064e9a"/>
    <p:sldLayoutId xmlns:r="http://schemas.openxmlformats.org/officeDocument/2006/relationships" id="2147483662" r:id="R2ae68062882d4e37"/>
    <p:sldLayoutId xmlns:r="http://schemas.openxmlformats.org/officeDocument/2006/relationships" id="2147483663" r:id="Rdf391eff61cc476b"/>
    <p:sldLayoutId xmlns:r="http://schemas.openxmlformats.org/officeDocument/2006/relationships" id="2147483664" r:id="Rbe17a16bd4e4474d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9be5fdca4244a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60800709af9642ed"/>
    <p:sldLayoutId xmlns:r="http://schemas.openxmlformats.org/officeDocument/2006/relationships" id="2147483667" r:id="Ra099b2701c1d4b18"/>
    <p:sldLayoutId xmlns:r="http://schemas.openxmlformats.org/officeDocument/2006/relationships" id="2147483668" r:id="Rceda550d5f484367"/>
    <p:sldLayoutId xmlns:r="http://schemas.openxmlformats.org/officeDocument/2006/relationships" id="2147483669" r:id="R9ad3660a23934564"/>
    <p:sldLayoutId xmlns:r="http://schemas.openxmlformats.org/officeDocument/2006/relationships" id="2147483670" r:id="Re8ed57a620b84de5"/>
    <p:sldLayoutId xmlns:r="http://schemas.openxmlformats.org/officeDocument/2006/relationships" id="2147483671" r:id="Rc849f8bb85ff4be1"/>
    <p:sldLayoutId xmlns:r="http://schemas.openxmlformats.org/officeDocument/2006/relationships" id="2147483672" r:id="R48db7e87e5ad4020"/>
    <p:sldLayoutId xmlns:r="http://schemas.openxmlformats.org/officeDocument/2006/relationships" id="2147483673" r:id="R40ad11aa2b1a4b82"/>
    <p:sldLayoutId xmlns:r="http://schemas.openxmlformats.org/officeDocument/2006/relationships" id="2147483674" r:id="Rf891684204644031"/>
    <p:sldLayoutId xmlns:r="http://schemas.openxmlformats.org/officeDocument/2006/relationships" id="2147483675" r:id="R32daf742e8de4dbc"/>
    <p:sldLayoutId xmlns:r="http://schemas.openxmlformats.org/officeDocument/2006/relationships" id="2147483676" r:id="R60337ee202324e4e"/>
    <p:sldLayoutId xmlns:r="http://schemas.openxmlformats.org/officeDocument/2006/relationships" id="2147483677" r:id="R92ddc615cf4a4f5c"/>
    <p:sldLayoutId xmlns:r="http://schemas.openxmlformats.org/officeDocument/2006/relationships" id="2147483678" r:id="R53396600e9f64521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7623bfe64934db6" /><Relationship Type="http://schemas.openxmlformats.org/officeDocument/2006/relationships/notesSlide" Target="/ppt/notesSlides/notesSlide1.xml" Id="Rd0533960528346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93257eef3f8478f" /><Relationship Type="http://schemas.openxmlformats.org/officeDocument/2006/relationships/notesSlide" Target="/ppt/notesSlides/notesSlide2.xml" Id="Rd53ea9c4118843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b3e101fcb104d23" /><Relationship Type="http://schemas.openxmlformats.org/officeDocument/2006/relationships/notesSlide" Target="/ppt/notesSlides/notesSlide3.xml" Id="R3d3de1c17e584f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9ae4001cc494e72" /><Relationship Type="http://schemas.openxmlformats.org/officeDocument/2006/relationships/notesSlide" Target="/ppt/notesSlides/notesSlide4.xml" Id="Rb993ffcb5a214b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9ef7451f9c94125" /><Relationship Type="http://schemas.openxmlformats.org/officeDocument/2006/relationships/notesSlide" Target="/ppt/notesSlides/notesSlide5.xml" Id="R23bca5809de44d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4e1ad1dcef44a26" /><Relationship Type="http://schemas.openxmlformats.org/officeDocument/2006/relationships/notesSlide" Target="/ppt/notesSlides/notesSlide6.xml" Id="Raba666c86ac4425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oneDPL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Execution policies, data, iterators, synchronization, and ordering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4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Start from a serial reference</a:t>
            </a:r>
            <a:r>
              <a:rPr sz="1913">
                <a:solidFill>
                  <a:srgbClr val="000000"/>
                </a:solidFill>
              </a:rPr>
              <a:t> — Preserve std behavior before changing policy or data placement.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Describe data and iterators</a:t>
            </a:r>
            <a:r>
              <a:rPr sz="1913">
                <a:solidFill>
                  <a:srgbClr val="000000"/>
                </a:solidFill>
              </a:rPr>
              <a:t> — Host memory, USM, buffers, wrapper types, iterator category, lifetime, and ordering.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Use caller-owned queues</a:t>
            </a:r>
            <a:r>
              <a:rPr sz="1913">
                <a:solidFill>
                  <a:srgbClr val="000000"/>
                </a:solidFill>
              </a:rPr>
              <a:t> — Construct device policies from the application’s queue when selection and dependencies already exist.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Synchronize explicitly</a:t>
            </a:r>
            <a:r>
              <a:rPr sz="1913">
                <a:solidFill>
                  <a:srgbClr val="000000"/>
                </a:solidFill>
              </a:rPr>
              <a:t> — Device completion must be proven before results are consumed on the host.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Benchmark end to end</a:t>
            </a:r>
            <a:r>
              <a:rPr sz="1913">
                <a:solidFill>
                  <a:srgbClr val="000000"/>
                </a:solidFill>
              </a:rPr>
              <a:t> — Include transfers, queue synchronization, launch cost, and representative ranges.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4 implemented, 2 device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Missing device synchronization; iterator-category failure; stable-ordering contract; move-only numeric accumulator.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Iterator-category and move-only-accumulator tasks are grounded in maintainer incidents.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Host-or-device sort choice and transfer-inclusive benchmark on declared target hardware.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Current tasks check contracts and repair behavior; they do not mirror the full algorithm support table.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sources</a:t>
            </a:r>
            <a:r>
              <a:rPr sz="1913">
                <a:solidFill>
                  <a:srgbClr val="000000"/>
                </a:solidFill>
              </a:rPr>
              <a:t> — Execution-policy docs, device-policy construction, examples, tests, releases, and known issues.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Standard-library boundary failures</a:t>
            </a:r>
            <a:r>
              <a:rPr sz="1913">
                <a:solidFill>
                  <a:srgbClr val="000000"/>
                </a:solidFill>
              </a:rPr>
              <a:t> — Iterator categories, stable ordering, move-only types, and device lambda restrictions.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SYCL execution failures</a:t>
            </a:r>
            <a:r>
              <a:rPr sz="1913">
                <a:solidFill>
                  <a:srgbClr val="000000"/>
                </a:solidFill>
              </a:rPr>
              <a:t> — Queue ownership, synchronization, lifetime, device selection, and data movement.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Deliberate gaps</a:t>
            </a:r>
            <a:r>
              <a:rPr sz="1913">
                <a:solidFill>
                  <a:srgbClr val="000000"/>
                </a:solidFill>
              </a:rPr>
              <a:t> — A real target lane is required before host/device or transfer-performance claims become evidence.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policy and algorithm guidance</a:t>
            </a:r>
            <a:r>
              <a:rPr sz="1913">
                <a:solidFill>
                  <a:srgbClr val="000000"/>
                </a:solidFill>
              </a:rPr>
              <a:t> — Especially supported policies, algorithm contracts, iterator restrictions, and queue construction.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the boundary with SYCL clear</a:t>
            </a:r>
            <a:r>
              <a:rPr sz="1913">
                <a:solidFill>
                  <a:srgbClr val="000000"/>
                </a:solidFill>
              </a:rPr>
              <a:t> — Project guidance owns oneDPL behavior; shared SYCL skill owns general toolchain/runtime triage.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Provide real device scenarios</a:t>
            </a:r>
            <a:r>
              <a:rPr sz="1913">
                <a:solidFill>
                  <a:srgbClr val="000000"/>
                </a:solidFill>
              </a:rPr>
              <a:t> — Help choose the first host/device decision and transfer-inclusive task worth maintaining.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validators, Harbor, dashboards, and vendor-neutral runner contracts remain shared.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trigger</a:t>
            </a:r>
            <a:r>
              <a:rPr sz="1913">
                <a:solidFill>
                  <a:srgbClr val="000000"/>
                </a:solidFill>
              </a:rPr>
              <a:t> — When should an agent use oneDPL guidance versus std, oneTBB, or direct SYCL?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policy gotchas</a:t>
            </a:r>
            <a:r>
              <a:rPr sz="1913">
                <a:solidFill>
                  <a:srgbClr val="000000"/>
                </a:solidFill>
              </a:rPr>
              <a:t> — Add one unsupported combination or common lifetime/synchronization failure.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</a:t>
            </a:r>
            <a:r>
              <a:rPr sz="1913">
                <a:solidFill>
                  <a:srgbClr val="000000"/>
                </a:solidFill>
              </a:rPr>
              <a:t> — Keep, rewrite, or remove; prioritize one credible device case.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A reviewer for release-time support changes and task authenticity.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arrive with policy, data, iterator, queue, synchronization, and evidence contracts already stated.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2026-09-04T15:02:26.1730000Z</dcterms:created>
  <dcterms:modified xsi:type="dcterms:W3CDTF">2026-09-04T15:02:26.1730000Z</dcterms:modified>
</coreProperties>
</file>