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f2714da19141ba" /><Relationship Type="http://schemas.openxmlformats.org/officeDocument/2006/relationships/extended-properties" Target="/docProps/app.xml" Id="R8070b1f724c64e45" /><Relationship Type="http://schemas.openxmlformats.org/officeDocument/2006/relationships/officeDocument" Target="/ppt/presentation.xml" Id="R6fc65ec84e7344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ac668f50d44f71"/>
    <p:sldMasterId xmlns:r="http://schemas.openxmlformats.org/officeDocument/2006/relationships" id="2147483665" r:id="R4739840d44204c50"/>
  </p:sldMasterIdLst>
  <p:notesMasterIdLst>
    <p:notesMasterId xmlns:r="http://schemas.openxmlformats.org/officeDocument/2006/relationships" r:id="Rdaec9fa40a0d46c6"/>
  </p:notesMasterIdLst>
  <p:sldIdLst>
    <p:sldId xmlns:r="http://schemas.openxmlformats.org/officeDocument/2006/relationships" id="256" r:id="R3e6018c2bec54db6"/>
    <p:sldId xmlns:r="http://schemas.openxmlformats.org/officeDocument/2006/relationships" id="257" r:id="R30a612d7a79340ad"/>
    <p:sldId xmlns:r="http://schemas.openxmlformats.org/officeDocument/2006/relationships" id="258" r:id="R735823a2a62043b4"/>
    <p:sldId xmlns:r="http://schemas.openxmlformats.org/officeDocument/2006/relationships" id="259" r:id="R5f400504edde4d3f"/>
    <p:sldId xmlns:r="http://schemas.openxmlformats.org/officeDocument/2006/relationships" id="260" r:id="R070f88a72ba94f0b"/>
    <p:sldId xmlns:r="http://schemas.openxmlformats.org/officeDocument/2006/relationships" id="261" r:id="R43c86f17865d4aca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8ffbe92e1544de" /><Relationship Type="http://schemas.openxmlformats.org/officeDocument/2006/relationships/slideMaster" Target="/ppt/slideMasters/slideMaster1.xml" Id="R83ac668f50d44f71" /><Relationship Type="http://schemas.openxmlformats.org/officeDocument/2006/relationships/slideMaster" Target="/ppt/slideMasters/slideMaster2.xml" Id="R4739840d44204c50" /><Relationship Type="http://schemas.openxmlformats.org/officeDocument/2006/relationships/notesMaster" Target="/ppt/notesMasters/notesMaster1.xml" Id="Rdaec9fa40a0d46c6" /><Relationship Type="http://schemas.openxmlformats.org/officeDocument/2006/relationships/presProps" Target="/ppt/presProps.xml" Id="R5482687a0dc14098" /><Relationship Type="http://schemas.openxmlformats.org/officeDocument/2006/relationships/viewProps" Target="/ppt/viewProps.xml" Id="Re170c249b7304903" /><Relationship Type="http://schemas.openxmlformats.org/officeDocument/2006/relationships/tableStyles" Target="/ppt/tableStyles.xml" Id="Rc8f89395ab7e4990" /><Relationship Type="http://schemas.microsoft.com/office/2018/10/relationships/authors" Target="/ppt/authors.xml" Id="R9700d0fd7ef34de2" /><Relationship Type="http://schemas.openxmlformats.org/officeDocument/2006/relationships/slide" Target="/ppt/slides/slide1.xml" Id="R3e6018c2bec54db6" /><Relationship Type="http://schemas.openxmlformats.org/officeDocument/2006/relationships/slide" Target="/ppt/slides/slide2.xml" Id="R30a612d7a79340ad" /><Relationship Type="http://schemas.openxmlformats.org/officeDocument/2006/relationships/slide" Target="/ppt/slides/slide3.xml" Id="R735823a2a62043b4" /><Relationship Type="http://schemas.openxmlformats.org/officeDocument/2006/relationships/slide" Target="/ppt/slides/slide4.xml" Id="R5f400504edde4d3f" /><Relationship Type="http://schemas.openxmlformats.org/officeDocument/2006/relationships/slide" Target="/ppt/slides/slide5.xml" Id="R070f88a72ba94f0b" /><Relationship Type="http://schemas.openxmlformats.org/officeDocument/2006/relationships/slide" Target="/ppt/slides/slide6.xml" Id="R43c86f17865d4a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48f3658effa45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54b6eb07949ba" /><Relationship Type="http://schemas.openxmlformats.org/officeDocument/2006/relationships/notesMaster" Target="/ppt/notesMasters/notesMaster1.xml" Id="R8cbc67b4f10248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1fac9b266c45c8" /><Relationship Type="http://schemas.openxmlformats.org/officeDocument/2006/relationships/notesMaster" Target="/ppt/notesMasters/notesMaster1.xml" Id="R651c03d78d2d43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95032dbd4e4742" /><Relationship Type="http://schemas.openxmlformats.org/officeDocument/2006/relationships/notesMaster" Target="/ppt/notesMasters/notesMaster1.xml" Id="R917f16494ad943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770480da8d4c02" /><Relationship Type="http://schemas.openxmlformats.org/officeDocument/2006/relationships/notesMaster" Target="/ppt/notesMasters/notesMaster1.xml" Id="R05eabbae06eb4c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0732d6f2bf422a" /><Relationship Type="http://schemas.openxmlformats.org/officeDocument/2006/relationships/notesMaster" Target="/ppt/notesMasters/notesMaster1.xml" Id="R8b68089167f343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698fad84bc4c43" /><Relationship Type="http://schemas.openxmlformats.org/officeDocument/2006/relationships/notesMaster" Target="/ppt/notesMasters/notesMaster1.xml" Id="Rb8f4d33925294b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https://github.com/uxlfoundation/skills/blob/main/docs/maintainer-review/uxl-onedpl.md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draft oneDPL skill and its current evaluation coverage.</a:t>
            </a:r>
          </a:p>
          <a:p xmlns:a="http://schemas.openxmlformats.org/drawingml/2006/main">
            <a:r>
              <a:t>Explain: The skill helps coding agents reason about host and device execution policies, iterator validity, data lifetime, synchronization, ordering, and toolchain/runtime boundaries.</a:t>
            </a:r>
          </a:p>
          <a:p xmlns:a="http://schemas.openxmlformats.org/drawingml/2006/main">
            <a:r>
              <a:t>Emphasize: This is a UXL-authored starting point awaiting project review, not approved maintainer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https://github.com/uxlfoundation/skills/blob/main/docs/maintainer-review/uxl-onedpl.md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Walk through the behavior the skill asks an agent to follow today.</a:t>
            </a:r>
          </a:p>
          <a:p xmlns:a="http://schemas.openxmlformats.org/drawingml/2006/main">
            <a:r>
              <a:t>Explain: The intended sequence is to select the execution policy and device deliberately, validate iterator and lifetime contracts, synchronize before observing results, and separate toolchain, runtime, and algorithm failures.</a:t>
            </a:r>
          </a:p>
          <a:p xmlns:a="http://schemas.openxmlformats.org/drawingml/2006/main">
            <a:r>
              <a:t>Emphasize: A useful answer ends with reproducible evidence and a clear failure classification, not a plausible-looking command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https://github.com/uxlfoundation/skills/blob/main/docs/maintainer-review/uxl-onedpl.md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Separate evaluation inventory from evidence that the skill improves outcomes.</a:t>
            </a:r>
          </a:p>
          <a:p xmlns:a="http://schemas.openxmlformats.org/drawingml/2006/main">
            <a:r>
              <a:t>Explain: 4 of 6 evaluation tasks are implemented; four hosted scenarios test portable contracts; two device-dependent gaps remain until a qualified target lane can exercise them without favoring a vendor.</a:t>
            </a:r>
          </a:p>
          <a:p xmlns:a="http://schemas.openxmlformats.org/drawingml/2006/main">
            <a:r>
              <a:t>Emphasize: Implemented means the task can run. It does not mean the task passes, discriminates between treatments, or supports a promotion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https://github.com/uxlfoundation/skills/blob/main/docs/maintainer-review/uxl-onedpl.md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Show how the draft guidance and task set were selected.</a:t>
            </a:r>
          </a:p>
          <a:p xmlns:a="http://schemas.openxmlformats.org/drawingml/2006/main">
            <a:r>
              <a:t>Explain: The starting material comes from official oneDPL and SYCL documentation, examples, tests, and failure boundaries around policies, iterators, lifetime, synchronization, and fallback behavior.</a:t>
            </a:r>
          </a:p>
          <a:p xmlns:a="http://schemas.openxmlformats.org/drawingml/2006/main">
            <a:r>
              <a:t>Emphasize: Maintainers should correct, remove, or replace anything that does not reflect current project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https://github.com/uxlfoundation/skills/blob/main/docs/maintainer-review/uxl-onedpl.md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Clarify the proposed ownership boundary.</a:t>
            </a:r>
          </a:p>
          <a:p xmlns:a="http://schemas.openxmlformats.org/drawingml/2006/main">
            <a:r>
              <a:t>Explain: oneDPL maintainers own triggers, API truth, source freshness, limitations, and authentic cases; UXL maintains the catalog, Harbor integration, comparison design, and dashboard.</a:t>
            </a:r>
          </a:p>
          <a:p xmlns:a="http://schemas.openxmlformats.org/drawingml/2006/main">
            <a:r>
              <a:t>Emphasize: The skill cannot move beyond its incubating state without named project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https://github.com/uxlfoundation/skills/tree/main/skills/uxl-onedpl</a:t>
            </a:r>
          </a:p>
          <a:p xmlns:a="http://schemas.openxmlformats.org/drawingml/2006/main">
            <a:r>
              <a:t>- https://github.com/uxlfoundation/skills/blob/main/skill-cards/uxl-onedpl.md</a:t>
            </a:r>
          </a:p>
          <a:p xmlns:a="http://schemas.openxmlformats.org/drawingml/2006/main">
            <a:r>
              <a:t>- https://github.com/uxlfoundation/skills/blob/main/docs/maintainer-review/uxl-onedpl.md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End with a small, concrete review request.</a:t>
            </a:r>
          </a:p>
          <a:p xmlns:a="http://schemas.openxmlformats.org/drawingml/2006/main">
            <a:r>
              <a:t>Explain: Ask maintainers to check the trigger and technical guidance, judge the task inventory, and name a reviewer or owner.</a:t>
            </a:r>
          </a:p>
          <a:p xmlns:a="http://schemas.openxmlformats.org/drawingml/2006/main">
            <a:r>
              <a:t>Emphasize: The desired output is specific corrections and realistic cases, not blanket endorsement of the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7611a109642c5" /><Relationship Type="http://schemas.openxmlformats.org/officeDocument/2006/relationships/image" Target="/ppt/media/image2.png" Id="R2364fd1fd9e940c3" /><Relationship Type="http://schemas.openxmlformats.org/officeDocument/2006/relationships/image" Target="/ppt/media/image3.png" Id="R672eb441a0364c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f05fe1efd4a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1c75d61cf482b" /><Relationship Type="http://schemas.openxmlformats.org/officeDocument/2006/relationships/image" Target="/ppt/media/image4.png" Id="R2fa9f7c514cd4cd4" /><Relationship Type="http://schemas.openxmlformats.org/officeDocument/2006/relationships/image" Target="/ppt/media/image.png" Id="R7160c44001de4a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17591c8084ca9" /><Relationship Type="http://schemas.openxmlformats.org/officeDocument/2006/relationships/image" Target="/ppt/media/image5.png" Id="R2e53d44d92044135" /><Relationship Type="http://schemas.openxmlformats.org/officeDocument/2006/relationships/image" Target="/ppt/media/image.png" Id="Ra721143ca3f147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da290c4b34d3b" /><Relationship Type="http://schemas.openxmlformats.org/officeDocument/2006/relationships/image" Target="/ppt/media/image6.png" Id="Rd658d239b09d4475" /><Relationship Type="http://schemas.openxmlformats.org/officeDocument/2006/relationships/image" Target="/ppt/media/image.png" Id="R4526a6b9e4ba47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9df917d2e435e" /><Relationship Type="http://schemas.openxmlformats.org/officeDocument/2006/relationships/image" Target="/ppt/media/image3.png" Id="R16f6ef0386914d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6876f22574898" /><Relationship Type="http://schemas.openxmlformats.org/officeDocument/2006/relationships/image" Target="/ppt/media/image7.png" Id="R2e547b45dd634f1b" /><Relationship Type="http://schemas.openxmlformats.org/officeDocument/2006/relationships/image" Target="/ppt/media/image8.png" Id="Rf7228fe2e34d43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2fe7ef5e846e8" /><Relationship Type="http://schemas.openxmlformats.org/officeDocument/2006/relationships/image" Target="/ppt/media/image9.png" Id="R59da754b38154bbc" /><Relationship Type="http://schemas.openxmlformats.org/officeDocument/2006/relationships/image" Target="/ppt/media/image3.png" Id="Rafc9389a79ca43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cf2cd8934481f" /><Relationship Type="http://schemas.openxmlformats.org/officeDocument/2006/relationships/image" Target="/ppt/media/image10.png" Id="Rf26e8bb15f0c42c9" /><Relationship Type="http://schemas.openxmlformats.org/officeDocument/2006/relationships/image" Target="/ppt/media/image.png" Id="Rb026755622d644f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10216dc8540a4" /><Relationship Type="http://schemas.openxmlformats.org/officeDocument/2006/relationships/image" Target="/ppt/media/image11.png" Id="Rb5d573fe1105402c" /><Relationship Type="http://schemas.openxmlformats.org/officeDocument/2006/relationships/image" Target="/ppt/media/image3.png" Id="R02e94dbf401347c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14bbd2a2d46b7" /><Relationship Type="http://schemas.openxmlformats.org/officeDocument/2006/relationships/image" Target="/ppt/media/image3.png" Id="Rcdf2f34893dd455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50e69161a4629" /><Relationship Type="http://schemas.openxmlformats.org/officeDocument/2006/relationships/image" Target="/ppt/media/image12.png" Id="R927aeb2690404635" /><Relationship Type="http://schemas.openxmlformats.org/officeDocument/2006/relationships/image" Target="/ppt/media/image.png" Id="R923d47963539465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c047bb0f34d2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6ce10fb7e401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5478de9754ee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ac7a17a9840c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136247946d4a9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2fef0c79f44924" /><Relationship Type="http://schemas.openxmlformats.org/officeDocument/2006/relationships/image" Target="/ppt/media/image8.png" Id="R8e41653859cb4eb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7900f1eeae4fe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b76a6c7d4d4fe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f0b06cd6014b22" /><Relationship Type="http://schemas.openxmlformats.org/officeDocument/2006/relationships/image" Target="/ppt/media/image13.png" Id="Rc533a3040a7f4d6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8559714644439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d50f1b1cf8436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11ad01d95242a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56306a80544e8b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3a3544197645e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e8f28ee9924f3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34db012e564de2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03cbad360245ed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2364fd1fd9e940c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2eb441a0364c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2fa9f7c514cd4cd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60c44001de4a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2e53d44d9204413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21143ca3f147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d658d239b09d447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26a6b9e4ba47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f6ef0386914d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2e547b45dd634f1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228fe2e34d43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59da754b38154bb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c9389a79ca43a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f26e8bb15f0c42c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26755622d644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b5d573fe1105402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e94dbf401347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f2f34893dd45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927aeb269040463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3d4796353946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41653859cb4e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33a3040a7f4d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b24d4538b42ae" /><Relationship Type="http://schemas.openxmlformats.org/officeDocument/2006/relationships/slideLayout" Target="/ppt/slideLayouts/slideLayout1.xml" Id="R85ea4e605e7c4c1c" /><Relationship Type="http://schemas.openxmlformats.org/officeDocument/2006/relationships/slideLayout" Target="/ppt/slideLayouts/slideLayout2.xml" Id="R657e0047301245c1" /><Relationship Type="http://schemas.openxmlformats.org/officeDocument/2006/relationships/slideLayout" Target="/ppt/slideLayouts/slideLayout3.xml" Id="R7ab9c7937ecf41c2" /><Relationship Type="http://schemas.openxmlformats.org/officeDocument/2006/relationships/slideLayout" Target="/ppt/slideLayouts/slideLayout4.xml" Id="R8d66c618f01041a5" /><Relationship Type="http://schemas.openxmlformats.org/officeDocument/2006/relationships/slideLayout" Target="/ppt/slideLayouts/slideLayout5.xml" Id="Rab409783703846f2" /><Relationship Type="http://schemas.openxmlformats.org/officeDocument/2006/relationships/slideLayout" Target="/ppt/slideLayouts/slideLayout6.xml" Id="R734b2f268f614c31" /><Relationship Type="http://schemas.openxmlformats.org/officeDocument/2006/relationships/slideLayout" Target="/ppt/slideLayouts/slideLayout7.xml" Id="R27a0cb3e28914bbb" /><Relationship Type="http://schemas.openxmlformats.org/officeDocument/2006/relationships/slideLayout" Target="/ppt/slideLayouts/slideLayout8.xml" Id="R3840596eec3e4d60" /><Relationship Type="http://schemas.openxmlformats.org/officeDocument/2006/relationships/slideLayout" Target="/ppt/slideLayouts/slideLayout9.xml" Id="Ra9f8e747093d4e22" /><Relationship Type="http://schemas.openxmlformats.org/officeDocument/2006/relationships/slideLayout" Target="/ppt/slideLayouts/slideLayout10.xml" Id="Rb867338bcdc74f6e" /><Relationship Type="http://schemas.openxmlformats.org/officeDocument/2006/relationships/slideLayout" Target="/ppt/slideLayouts/slideLayout11.xml" Id="Rfc07e222615540b8" /><Relationship Type="http://schemas.openxmlformats.org/officeDocument/2006/relationships/slideLayout" Target="/ppt/slideLayouts/slideLayout12.xml" Id="R86711dfff21f4503" /><Relationship Type="http://schemas.openxmlformats.org/officeDocument/2006/relationships/slideLayout" Target="/ppt/slideLayouts/slideLayout13.xml" Id="R4adab14e840a47e4" /><Relationship Type="http://schemas.openxmlformats.org/officeDocument/2006/relationships/slideLayout" Target="/ppt/slideLayouts/slideLayout14.xml" Id="R8c042007d3e840d1" /><Relationship Type="http://schemas.openxmlformats.org/officeDocument/2006/relationships/slideLayout" Target="/ppt/slideLayouts/slideLayout15.xml" Id="R2ede5bdbc1ba4aca" /><Relationship Type="http://schemas.openxmlformats.org/officeDocument/2006/relationships/slideLayout" Target="/ppt/slideLayouts/slideLayout16.xml" Id="R47c5fc8c3a7d4ca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d4dbc7170fdd41eb" /><Relationship Type="http://schemas.openxmlformats.org/officeDocument/2006/relationships/theme" Target="/ppt/slideMasters/theme/theme3.xml" Id="R800c080b88424f3d" /><Relationship Type="http://schemas.openxmlformats.org/officeDocument/2006/relationships/slideLayout" Target="/ppt/slideLayouts/slideLayout17.xml" Id="R675dd2b4e0374c18" /><Relationship Type="http://schemas.openxmlformats.org/officeDocument/2006/relationships/slideLayout" Target="/ppt/slideLayouts/slideLayout18.xml" Id="R55d43037edb54a2e" /><Relationship Type="http://schemas.openxmlformats.org/officeDocument/2006/relationships/slideLayout" Target="/ppt/slideLayouts/slideLayout19.xml" Id="R86f3d2b7547e4455" /><Relationship Type="http://schemas.openxmlformats.org/officeDocument/2006/relationships/slideLayout" Target="/ppt/slideLayouts/slideLayout20.xml" Id="Rdbce2b4a41bc4654" /><Relationship Type="http://schemas.openxmlformats.org/officeDocument/2006/relationships/slideLayout" Target="/ppt/slideLayouts/slideLayout21.xml" Id="Red756d370e3e4389" /><Relationship Type="http://schemas.openxmlformats.org/officeDocument/2006/relationships/slideLayout" Target="/ppt/slideLayouts/slideLayout22.xml" Id="Rd0b1542b5ae64e49" /><Relationship Type="http://schemas.openxmlformats.org/officeDocument/2006/relationships/slideLayout" Target="/ppt/slideLayouts/slideLayout23.xml" Id="R0fe665cf018244cd" /><Relationship Type="http://schemas.openxmlformats.org/officeDocument/2006/relationships/slideLayout" Target="/ppt/slideLayouts/slideLayout24.xml" Id="Rec181f4d745f48e0" /><Relationship Type="http://schemas.openxmlformats.org/officeDocument/2006/relationships/slideLayout" Target="/ppt/slideLayouts/slideLayout25.xml" Id="R136e7bbb05bd4537" /><Relationship Type="http://schemas.openxmlformats.org/officeDocument/2006/relationships/slideLayout" Target="/ppt/slideLayouts/slideLayout26.xml" Id="R2bfec49b896b4b62" /><Relationship Type="http://schemas.openxmlformats.org/officeDocument/2006/relationships/slideLayout" Target="/ppt/slideLayouts/slideLayout27.xml" Id="Rf5f5edca603d4836" /><Relationship Type="http://schemas.openxmlformats.org/officeDocument/2006/relationships/slideLayout" Target="/ppt/slideLayouts/slideLayout28.xml" Id="R9cc5de3f1ddd495e" /><Relationship Type="http://schemas.openxmlformats.org/officeDocument/2006/relationships/slideLayout" Target="/ppt/slideLayouts/slideLayout29.xml" Id="R0866ea4be1024df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ea4e605e7c4c1c"/>
    <p:sldLayoutId xmlns:r="http://schemas.openxmlformats.org/officeDocument/2006/relationships" id="2147483650" r:id="R657e0047301245c1"/>
    <p:sldLayoutId xmlns:r="http://schemas.openxmlformats.org/officeDocument/2006/relationships" id="2147483651" r:id="R7ab9c7937ecf41c2"/>
    <p:sldLayoutId xmlns:r="http://schemas.openxmlformats.org/officeDocument/2006/relationships" id="2147483652" r:id="R8d66c618f01041a5"/>
    <p:sldLayoutId xmlns:r="http://schemas.openxmlformats.org/officeDocument/2006/relationships" id="2147483653" r:id="Rab409783703846f2"/>
    <p:sldLayoutId xmlns:r="http://schemas.openxmlformats.org/officeDocument/2006/relationships" id="2147483654" r:id="R734b2f268f614c31"/>
    <p:sldLayoutId xmlns:r="http://schemas.openxmlformats.org/officeDocument/2006/relationships" id="2147483655" r:id="R27a0cb3e28914bbb"/>
    <p:sldLayoutId xmlns:r="http://schemas.openxmlformats.org/officeDocument/2006/relationships" id="2147483656" r:id="R3840596eec3e4d60"/>
    <p:sldLayoutId xmlns:r="http://schemas.openxmlformats.org/officeDocument/2006/relationships" id="2147483657" r:id="Ra9f8e747093d4e22"/>
    <p:sldLayoutId xmlns:r="http://schemas.openxmlformats.org/officeDocument/2006/relationships" id="2147483658" r:id="Rb867338bcdc74f6e"/>
    <p:sldLayoutId xmlns:r="http://schemas.openxmlformats.org/officeDocument/2006/relationships" id="2147483659" r:id="Rfc07e222615540b8"/>
    <p:sldLayoutId xmlns:r="http://schemas.openxmlformats.org/officeDocument/2006/relationships" id="2147483660" r:id="R86711dfff21f4503"/>
    <p:sldLayoutId xmlns:r="http://schemas.openxmlformats.org/officeDocument/2006/relationships" id="2147483661" r:id="R4adab14e840a47e4"/>
    <p:sldLayoutId xmlns:r="http://schemas.openxmlformats.org/officeDocument/2006/relationships" id="2147483662" r:id="R8c042007d3e840d1"/>
    <p:sldLayoutId xmlns:r="http://schemas.openxmlformats.org/officeDocument/2006/relationships" id="2147483663" r:id="R2ede5bdbc1ba4aca"/>
    <p:sldLayoutId xmlns:r="http://schemas.openxmlformats.org/officeDocument/2006/relationships" id="2147483664" r:id="R47c5fc8c3a7d4cae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dbc7170fdd41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675dd2b4e0374c18"/>
    <p:sldLayoutId xmlns:r="http://schemas.openxmlformats.org/officeDocument/2006/relationships" id="2147483667" r:id="R55d43037edb54a2e"/>
    <p:sldLayoutId xmlns:r="http://schemas.openxmlformats.org/officeDocument/2006/relationships" id="2147483668" r:id="R86f3d2b7547e4455"/>
    <p:sldLayoutId xmlns:r="http://schemas.openxmlformats.org/officeDocument/2006/relationships" id="2147483669" r:id="Rdbce2b4a41bc4654"/>
    <p:sldLayoutId xmlns:r="http://schemas.openxmlformats.org/officeDocument/2006/relationships" id="2147483670" r:id="Red756d370e3e4389"/>
    <p:sldLayoutId xmlns:r="http://schemas.openxmlformats.org/officeDocument/2006/relationships" id="2147483671" r:id="Rd0b1542b5ae64e49"/>
    <p:sldLayoutId xmlns:r="http://schemas.openxmlformats.org/officeDocument/2006/relationships" id="2147483672" r:id="R0fe665cf018244cd"/>
    <p:sldLayoutId xmlns:r="http://schemas.openxmlformats.org/officeDocument/2006/relationships" id="2147483673" r:id="Rec181f4d745f48e0"/>
    <p:sldLayoutId xmlns:r="http://schemas.openxmlformats.org/officeDocument/2006/relationships" id="2147483674" r:id="R136e7bbb05bd4537"/>
    <p:sldLayoutId xmlns:r="http://schemas.openxmlformats.org/officeDocument/2006/relationships" id="2147483675" r:id="R2bfec49b896b4b62"/>
    <p:sldLayoutId xmlns:r="http://schemas.openxmlformats.org/officeDocument/2006/relationships" id="2147483676" r:id="Rf5f5edca603d4836"/>
    <p:sldLayoutId xmlns:r="http://schemas.openxmlformats.org/officeDocument/2006/relationships" id="2147483677" r:id="R9cc5de3f1ddd495e"/>
    <p:sldLayoutId xmlns:r="http://schemas.openxmlformats.org/officeDocument/2006/relationships" id="2147483678" r:id="R0866ea4be1024df4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86ce5b4bcba412b" /><Relationship Type="http://schemas.openxmlformats.org/officeDocument/2006/relationships/notesSlide" Target="/ppt/notesSlides/notesSlide1.xml" Id="R5a019fb1530a46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ff3b45dc3954ab8" /><Relationship Type="http://schemas.openxmlformats.org/officeDocument/2006/relationships/notesSlide" Target="/ppt/notesSlides/notesSlide2.xml" Id="R0643aa1806a3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eab27da8a4545fb" /><Relationship Type="http://schemas.openxmlformats.org/officeDocument/2006/relationships/notesSlide" Target="/ppt/notesSlides/notesSlide3.xml" Id="R3e69a0bb1c3d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4acc8f664424a29" /><Relationship Type="http://schemas.openxmlformats.org/officeDocument/2006/relationships/notesSlide" Target="/ppt/notesSlides/notesSlide4.xml" Id="R67c0d2dd3b4841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1c3685d73a44a3b" /><Relationship Type="http://schemas.openxmlformats.org/officeDocument/2006/relationships/notesSlide" Target="/ppt/notesSlides/notesSlide5.xml" Id="R0f9f68339e714e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c5935b2ee7745a5" /><Relationship Type="http://schemas.openxmlformats.org/officeDocument/2006/relationships/notesSlide" Target="/ppt/notesSlides/notesSlide6.xml" Id="R197ee20ffb2c47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oneDPL Skill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Execution policies, data, iterators, synchronization, and ordering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September 2026 ·</a:t>
            </a:r>
            <a:r>
              <a:rPr sz="1500" b="1">
                <a:solidFill>
                  <a:srgbClr val="07083C"/>
                </a:solidFill>
              </a:rPr>
              <a:t> 4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Start from a serial reference</a:t>
            </a:r>
            <a:r>
              <a:rPr sz="1913">
                <a:solidFill>
                  <a:srgbClr val="000000"/>
                </a:solidFill>
              </a:rPr>
              <a:t> — Preserve std behavior before changing policy or data placement.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Describe data and iterators</a:t>
            </a:r>
            <a:r>
              <a:rPr sz="1913">
                <a:solidFill>
                  <a:srgbClr val="000000"/>
                </a:solidFill>
              </a:rPr>
              <a:t> — Host memory, USM, buffers, wrapper types, iterator category, lifetime, and ordering.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caller-owned queues</a:t>
            </a:r>
            <a:r>
              <a:rPr sz="1913">
                <a:solidFill>
                  <a:srgbClr val="000000"/>
                </a:solidFill>
              </a:rPr>
              <a:t> — Construct device policies from the application’s queue when selection and dependencies already exist.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Synchronize explicitly</a:t>
            </a:r>
            <a:r>
              <a:rPr sz="1913">
                <a:solidFill>
                  <a:srgbClr val="000000"/>
                </a:solidFill>
              </a:rPr>
              <a:t> — Device completion must be proven before results are consumed on the host.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Benchmark end to end</a:t>
            </a:r>
            <a:r>
              <a:rPr sz="1913">
                <a:solidFill>
                  <a:srgbClr val="000000"/>
                </a:solidFill>
              </a:rPr>
              <a:t> — Include transfers, queue synchronization, launch cost, and representative ranges.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4 implemented, 2 device gaps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Missing device synchronization; iterator-category failure; stable-ordering contract; move-only numeric accumulator.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Iterator-category and move-only-accumulator tasks are grounded in maintainer incidents.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</a:t>
            </a:r>
            <a:r>
              <a:rPr sz="1913">
                <a:solidFill>
                  <a:srgbClr val="000000"/>
                </a:solidFill>
              </a:rPr>
              <a:t> — Host-or-device sort choice and transfer-inclusive benchmark on declared target hardware.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</a:t>
            </a:r>
            <a:r>
              <a:rPr sz="1913">
                <a:solidFill>
                  <a:srgbClr val="000000"/>
                </a:solidFill>
              </a:rPr>
              <a:t> — Current tasks check contracts and repair behavior; they do not mirror the full algorithm support table.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sources</a:t>
            </a:r>
            <a:r>
              <a:rPr sz="1913">
                <a:solidFill>
                  <a:srgbClr val="000000"/>
                </a:solidFill>
              </a:rPr>
              <a:t> — Execution-policy docs, device-policy construction, examples, tests, releases, and known issues.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Standard-library boundary failures</a:t>
            </a:r>
            <a:r>
              <a:rPr sz="1913">
                <a:solidFill>
                  <a:srgbClr val="000000"/>
                </a:solidFill>
              </a:rPr>
              <a:t> — Iterator categories, stable ordering, move-only types, and device lambda restrictions.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SYCL execution failures</a:t>
            </a:r>
            <a:r>
              <a:rPr sz="1913">
                <a:solidFill>
                  <a:srgbClr val="000000"/>
                </a:solidFill>
              </a:rPr>
              <a:t> — Queue ownership, synchronization, lifetime, device selection, and data movement.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Deliberate gaps</a:t>
            </a:r>
            <a:r>
              <a:rPr sz="1913">
                <a:solidFill>
                  <a:srgbClr val="000000"/>
                </a:solidFill>
              </a:rPr>
              <a:t> — A real target lane is required before host/device or transfer-performance claims become evidence.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policy and algorithm guidance</a:t>
            </a:r>
            <a:r>
              <a:rPr sz="1913">
                <a:solidFill>
                  <a:srgbClr val="000000"/>
                </a:solidFill>
              </a:rPr>
              <a:t> — Especially supported policies, algorithm contracts, iterator restrictions, and queue construction.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the boundary with SYCL clear</a:t>
            </a:r>
            <a:r>
              <a:rPr sz="1913">
                <a:solidFill>
                  <a:srgbClr val="000000"/>
                </a:solidFill>
              </a:rPr>
              <a:t> — Project guidance owns oneDPL behavior; shared SYCL skill owns general toolchain/runtime triage.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Provide real device scenarios</a:t>
            </a:r>
            <a:r>
              <a:rPr sz="1913">
                <a:solidFill>
                  <a:srgbClr val="000000"/>
                </a:solidFill>
              </a:rPr>
              <a:t> — Help choose the first host/device decision and transfer-inclusive task worth maintaining.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validators, Harbor, dashboards, and vendor-neutral runner contracts remain shared.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the trigger</a:t>
            </a:r>
            <a:r>
              <a:rPr sz="1913">
                <a:solidFill>
                  <a:srgbClr val="000000"/>
                </a:solidFill>
              </a:rPr>
              <a:t> — When should an agent use oneDPL guidance versus std, oneTBB, or direct SYCL?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policy gotchas</a:t>
            </a:r>
            <a:r>
              <a:rPr sz="1913">
                <a:solidFill>
                  <a:srgbClr val="000000"/>
                </a:solidFill>
              </a:rPr>
              <a:t> — Add one unsupported combination or common lifetime/synchronization failure.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six tasks</a:t>
            </a:r>
            <a:r>
              <a:rPr sz="1913">
                <a:solidFill>
                  <a:srgbClr val="000000"/>
                </a:solidFill>
              </a:rPr>
              <a:t> — Keep, rewrite, or remove; prioritize one credible device case.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A reviewer for release-time support changes and task authenticity.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Agents arrive with policy, data, iterator, queue, synchronization, and evidence contracts already stated.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2026-09-08T23:12:00.6450000Z</dcterms:created>
  <dcterms:modified xsi:type="dcterms:W3CDTF">2026-09-08T23:12:00.6450000Z</dcterms:modified>
</coreProperties>
</file>