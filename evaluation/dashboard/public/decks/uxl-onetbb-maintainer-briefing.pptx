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e9efdbdd9e4f39" /><Relationship Type="http://schemas.openxmlformats.org/officeDocument/2006/relationships/extended-properties" Target="/docProps/app.xml" Id="Rc41c9481483e4e02" /><Relationship Type="http://schemas.openxmlformats.org/officeDocument/2006/relationships/officeDocument" Target="/ppt/presentation.xml" Id="R367d7d42580345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552249cc5d4c52"/>
    <p:sldMasterId xmlns:r="http://schemas.openxmlformats.org/officeDocument/2006/relationships" id="2147483665" r:id="Rb34290015d124682"/>
  </p:sldMasterIdLst>
  <p:notesMasterIdLst>
    <p:notesMasterId xmlns:r="http://schemas.openxmlformats.org/officeDocument/2006/relationships" r:id="R29ae21e39d1a487e"/>
  </p:notesMasterIdLst>
  <p:sldIdLst>
    <p:sldId xmlns:r="http://schemas.openxmlformats.org/officeDocument/2006/relationships" id="256" r:id="R845bdcc8437c4121"/>
    <p:sldId xmlns:r="http://schemas.openxmlformats.org/officeDocument/2006/relationships" id="257" r:id="R2d002cf735d243eb"/>
    <p:sldId xmlns:r="http://schemas.openxmlformats.org/officeDocument/2006/relationships" id="258" r:id="R7cd885163cde49c3"/>
    <p:sldId xmlns:r="http://schemas.openxmlformats.org/officeDocument/2006/relationships" id="259" r:id="Rbf9c628ffd0549f2"/>
    <p:sldId xmlns:r="http://schemas.openxmlformats.org/officeDocument/2006/relationships" id="260" r:id="R8e4ec3337e844208"/>
    <p:sldId xmlns:r="http://schemas.openxmlformats.org/officeDocument/2006/relationships" id="261" r:id="Rfa62023225654884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c0f0d942e64897" /><Relationship Type="http://schemas.openxmlformats.org/officeDocument/2006/relationships/slideMaster" Target="/ppt/slideMasters/slideMaster1.xml" Id="R43552249cc5d4c52" /><Relationship Type="http://schemas.openxmlformats.org/officeDocument/2006/relationships/slideMaster" Target="/ppt/slideMasters/slideMaster2.xml" Id="Rb34290015d124682" /><Relationship Type="http://schemas.openxmlformats.org/officeDocument/2006/relationships/notesMaster" Target="/ppt/notesMasters/notesMaster1.xml" Id="R29ae21e39d1a487e" /><Relationship Type="http://schemas.openxmlformats.org/officeDocument/2006/relationships/presProps" Target="/ppt/presProps.xml" Id="R04fe1de5db424966" /><Relationship Type="http://schemas.openxmlformats.org/officeDocument/2006/relationships/viewProps" Target="/ppt/viewProps.xml" Id="Re7d925b6280a481e" /><Relationship Type="http://schemas.openxmlformats.org/officeDocument/2006/relationships/tableStyles" Target="/ppt/tableStyles.xml" Id="R9704ced82cbc46f0" /><Relationship Type="http://schemas.microsoft.com/office/2018/10/relationships/authors" Target="/ppt/authors.xml" Id="R954cce3fa3a9475a" /><Relationship Type="http://schemas.openxmlformats.org/officeDocument/2006/relationships/slide" Target="/ppt/slides/slide1.xml" Id="R845bdcc8437c4121" /><Relationship Type="http://schemas.openxmlformats.org/officeDocument/2006/relationships/slide" Target="/ppt/slides/slide2.xml" Id="R2d002cf735d243eb" /><Relationship Type="http://schemas.openxmlformats.org/officeDocument/2006/relationships/slide" Target="/ppt/slides/slide3.xml" Id="R7cd885163cde49c3" /><Relationship Type="http://schemas.openxmlformats.org/officeDocument/2006/relationships/slide" Target="/ppt/slides/slide4.xml" Id="Rbf9c628ffd0549f2" /><Relationship Type="http://schemas.openxmlformats.org/officeDocument/2006/relationships/slide" Target="/ppt/slides/slide5.xml" Id="R8e4ec3337e844208" /><Relationship Type="http://schemas.openxmlformats.org/officeDocument/2006/relationships/slide" Target="/ppt/slides/slide6.xml" Id="Rfa620232256548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f1ca001aa5243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60844920554439" /><Relationship Type="http://schemas.openxmlformats.org/officeDocument/2006/relationships/notesMaster" Target="/ppt/notesMasters/notesMaster1.xml" Id="R4a9d8b96bf614e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dad52810324b24" /><Relationship Type="http://schemas.openxmlformats.org/officeDocument/2006/relationships/notesMaster" Target="/ppt/notesMasters/notesMaster1.xml" Id="R559d2bda259547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bae2514e104b0a" /><Relationship Type="http://schemas.openxmlformats.org/officeDocument/2006/relationships/notesMaster" Target="/ppt/notesMasters/notesMaster1.xml" Id="Rf2fc953cedcc4a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d981c9d96547b3" /><Relationship Type="http://schemas.openxmlformats.org/officeDocument/2006/relationships/notesMaster" Target="/ppt/notesMasters/notesMaster1.xml" Id="R110574748a3340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2b6998c8084dad" /><Relationship Type="http://schemas.openxmlformats.org/officeDocument/2006/relationships/notesMaster" Target="/ppt/notesMasters/notesMaster1.xml" Id="R6f18190c59434a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2fc32e14a84279" /><Relationship Type="http://schemas.openxmlformats.org/officeDocument/2006/relationships/notesMaster" Target="/ppt/notesMasters/notesMaster1.xml" Id="R70cf4cb3e98a4b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Introduce the draft oneTBB skill and its current evaluation coverage.</a:t>
            </a:r>
          </a:p>
          <a:p xmlns:a="http://schemas.openxmlformats.org/drawingml/2006/main">
            <a:r>
              <a:t>Explain: The skill helps coding agents reason about parallel patterns, partitioning and grain size, shared state, flow-graph bounds, arenas, cancellation, and exception behavior.</a:t>
            </a:r>
          </a:p>
          <a:p xmlns:a="http://schemas.openxmlformats.org/drawingml/2006/main">
            <a:r>
              <a:t>Emphasize: This is a UXL-authored starting point awaiting project review, not approved maintainer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Walk through the behavior the skill asks an agent to follow today.</a:t>
            </a:r>
          </a:p>
          <a:p xmlns:a="http://schemas.openxmlformats.org/drawingml/2006/main">
            <a:r>
              <a:t>Explain: The intended sequence is to choose the parallel pattern before tuning, isolate mutable state, justify grain and partitioner choices with evidence, and validate cancellation and exception paths.</a:t>
            </a:r>
          </a:p>
          <a:p xmlns:a="http://schemas.openxmlformats.org/drawingml/2006/main">
            <a:r>
              <a:t>Emphasize: A useful answer ends with reproducible evidence and a clear failure classification, not a plausible-looking command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Separate evaluation inventory from evidence that the skill improves outcomes.</a:t>
            </a:r>
          </a:p>
          <a:p xmlns:a="http://schemas.openxmlformats.org/drawingml/2006/main">
            <a:r>
              <a:t>Explain: all 7 evaluation tasks are implemented; all seven scenarios are runnable, but task count is not evidence of skill benefit; maintainers should distinguish smoke coverage from genuinely discriminating cases.</a:t>
            </a:r>
          </a:p>
          <a:p xmlns:a="http://schemas.openxmlformats.org/drawingml/2006/main">
            <a:r>
              <a:t>Emphasize: Implemented means the task can run. It does not mean the task passes, discriminates between treatments, or supports a promotion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Show how the draft guidance and task set were selected.</a:t>
            </a:r>
          </a:p>
          <a:p xmlns:a="http://schemas.openxmlformats.org/drawingml/2006/main">
            <a:r>
              <a:t>Explain: The starting material comes from official oneTBB documentation, examples, tests, and incident-shaped cases involving oversubscription, unsafe state, flow control, cancellation, and exceptions.</a:t>
            </a:r>
          </a:p>
          <a:p xmlns:a="http://schemas.openxmlformats.org/drawingml/2006/main">
            <a:r>
              <a:t>Emphasize: Maintainers should correct, remove, or replace anything that does not reflect current project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Clarify the proposed ownership boundary.</a:t>
            </a:r>
          </a:p>
          <a:p xmlns:a="http://schemas.openxmlformats.org/drawingml/2006/main">
            <a:r>
              <a:t>Explain: oneTBB maintainers own triggers, API truth, source freshness, limitations, and authentic cases; UXL maintains the catalog, Harbor integration, comparison design, and dashboard.</a:t>
            </a:r>
          </a:p>
          <a:p xmlns:a="http://schemas.openxmlformats.org/drawingml/2006/main">
            <a:r>
              <a:t>Emphasize: The skill cannot move beyond its incubating state without named project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End with a small, concrete review request.</a:t>
            </a:r>
          </a:p>
          <a:p xmlns:a="http://schemas.openxmlformats.org/drawingml/2006/main">
            <a:r>
              <a:t>Explain: Ask maintainers to check the trigger and technical guidance, judge the task inventory, and name a reviewer or owner.</a:t>
            </a:r>
          </a:p>
          <a:p xmlns:a="http://schemas.openxmlformats.org/drawingml/2006/main">
            <a:r>
              <a:t>Emphasize: The desired output is specific corrections and realistic cases, not blanket endorsement of the draft.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fb4be2e7b4f26" /><Relationship Type="http://schemas.openxmlformats.org/officeDocument/2006/relationships/image" Target="/ppt/media/image2.png" Id="R04c2d12805594a92" /><Relationship Type="http://schemas.openxmlformats.org/officeDocument/2006/relationships/image" Target="/ppt/media/image3.png" Id="R3cf102a876c249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310a8602541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8cd4bfbb34ca0" /><Relationship Type="http://schemas.openxmlformats.org/officeDocument/2006/relationships/image" Target="/ppt/media/image4.png" Id="Reda90069ff5448ad" /><Relationship Type="http://schemas.openxmlformats.org/officeDocument/2006/relationships/image" Target="/ppt/media/image.png" Id="R5ff116fb53dd42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fa79a39284577" /><Relationship Type="http://schemas.openxmlformats.org/officeDocument/2006/relationships/image" Target="/ppt/media/image5.png" Id="R614d6312c3a14908" /><Relationship Type="http://schemas.openxmlformats.org/officeDocument/2006/relationships/image" Target="/ppt/media/image.png" Id="Rd807897f497b45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d7c53abce4467" /><Relationship Type="http://schemas.openxmlformats.org/officeDocument/2006/relationships/image" Target="/ppt/media/image6.png" Id="R3f48413344e14eed" /><Relationship Type="http://schemas.openxmlformats.org/officeDocument/2006/relationships/image" Target="/ppt/media/image.png" Id="R02763734aec94c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b628d870a4f90" /><Relationship Type="http://schemas.openxmlformats.org/officeDocument/2006/relationships/image" Target="/ppt/media/image3.png" Id="Ra44dc3439fb845c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c9662c04246b4" /><Relationship Type="http://schemas.openxmlformats.org/officeDocument/2006/relationships/image" Target="/ppt/media/image7.png" Id="Rf791f1ad526a476c" /><Relationship Type="http://schemas.openxmlformats.org/officeDocument/2006/relationships/image" Target="/ppt/media/image8.png" Id="R9eb3927b710f44d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729b6832041b4" /><Relationship Type="http://schemas.openxmlformats.org/officeDocument/2006/relationships/image" Target="/ppt/media/image9.png" Id="Rbcadbad6c1d84b35" /><Relationship Type="http://schemas.openxmlformats.org/officeDocument/2006/relationships/image" Target="/ppt/media/image3.png" Id="Rfd2f824849c0424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54c86aeea4aa5" /><Relationship Type="http://schemas.openxmlformats.org/officeDocument/2006/relationships/image" Target="/ppt/media/image10.png" Id="R096be7273fea49af" /><Relationship Type="http://schemas.openxmlformats.org/officeDocument/2006/relationships/image" Target="/ppt/media/image.png" Id="Ra1aaad55c1214e2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2c1a738204508" /><Relationship Type="http://schemas.openxmlformats.org/officeDocument/2006/relationships/image" Target="/ppt/media/image11.png" Id="R70ee6f7fe87844fb" /><Relationship Type="http://schemas.openxmlformats.org/officeDocument/2006/relationships/image" Target="/ppt/media/image3.png" Id="Rb3af05d798a143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91936f70f4bfe" /><Relationship Type="http://schemas.openxmlformats.org/officeDocument/2006/relationships/image" Target="/ppt/media/image3.png" Id="R9948a7ca4f25429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318e4670e4d11" /><Relationship Type="http://schemas.openxmlformats.org/officeDocument/2006/relationships/image" Target="/ppt/media/image12.png" Id="Re94a05f9853044d9" /><Relationship Type="http://schemas.openxmlformats.org/officeDocument/2006/relationships/image" Target="/ppt/media/image.png" Id="R0971909cd07443b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a04cf708a479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ca60ad5e94d7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2325a7faa44e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97cca2e76442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0093e9829542c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0f6da75f4d4462" /><Relationship Type="http://schemas.openxmlformats.org/officeDocument/2006/relationships/image" Target="/ppt/media/image8.png" Id="R3f40be4598a54ce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0248c934f24f7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547a747afa427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bea2f5519945b8" /><Relationship Type="http://schemas.openxmlformats.org/officeDocument/2006/relationships/image" Target="/ppt/media/image13.png" Id="R4fcd749afa524a2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b6e53d8cf3423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5fabba12a44f5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6ad8dc4f2f47dd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63a30a0e424104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5170aa939e423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4a7740c13f4c53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8ac570e0ba471d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54af4739b74440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04c2d12805594a9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f102a876c249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eda90069ff5448a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f116fb53dd42b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614d6312c3a1490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07897f497b45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3f48413344e14ee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763734aec94c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4dc3439fb845c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f791f1ad526a476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b3927b710f44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bcadbad6c1d84b3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2f824849c042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096be7273fea49a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aaad55c1214e2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70ee6f7fe87844f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af05d798a143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48a7ca4f2542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e94a05f9853044d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71909cd07443b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3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40be4598a54c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cd749afa524a2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e92f7a55404a31" /><Relationship Type="http://schemas.openxmlformats.org/officeDocument/2006/relationships/slideLayout" Target="/ppt/slideLayouts/slideLayout1.xml" Id="R918b40f5007a40a1" /><Relationship Type="http://schemas.openxmlformats.org/officeDocument/2006/relationships/slideLayout" Target="/ppt/slideLayouts/slideLayout2.xml" Id="Rda82826c3481447c" /><Relationship Type="http://schemas.openxmlformats.org/officeDocument/2006/relationships/slideLayout" Target="/ppt/slideLayouts/slideLayout3.xml" Id="Rd59c1dff1c77412d" /><Relationship Type="http://schemas.openxmlformats.org/officeDocument/2006/relationships/slideLayout" Target="/ppt/slideLayouts/slideLayout4.xml" Id="R63afa14f318f402a" /><Relationship Type="http://schemas.openxmlformats.org/officeDocument/2006/relationships/slideLayout" Target="/ppt/slideLayouts/slideLayout5.xml" Id="Ra2fea1a83e5e4492" /><Relationship Type="http://schemas.openxmlformats.org/officeDocument/2006/relationships/slideLayout" Target="/ppt/slideLayouts/slideLayout6.xml" Id="Rd7da86b784584c38" /><Relationship Type="http://schemas.openxmlformats.org/officeDocument/2006/relationships/slideLayout" Target="/ppt/slideLayouts/slideLayout7.xml" Id="R1ebb7f081de74214" /><Relationship Type="http://schemas.openxmlformats.org/officeDocument/2006/relationships/slideLayout" Target="/ppt/slideLayouts/slideLayout8.xml" Id="R2d1a42607be54b56" /><Relationship Type="http://schemas.openxmlformats.org/officeDocument/2006/relationships/slideLayout" Target="/ppt/slideLayouts/slideLayout9.xml" Id="Rcc6ac89cec5b4a11" /><Relationship Type="http://schemas.openxmlformats.org/officeDocument/2006/relationships/slideLayout" Target="/ppt/slideLayouts/slideLayout10.xml" Id="R970cc65d767b4f0e" /><Relationship Type="http://schemas.openxmlformats.org/officeDocument/2006/relationships/slideLayout" Target="/ppt/slideLayouts/slideLayout11.xml" Id="R769483e5a4464413" /><Relationship Type="http://schemas.openxmlformats.org/officeDocument/2006/relationships/slideLayout" Target="/ppt/slideLayouts/slideLayout12.xml" Id="R25e04ac2db9f4752" /><Relationship Type="http://schemas.openxmlformats.org/officeDocument/2006/relationships/slideLayout" Target="/ppt/slideLayouts/slideLayout13.xml" Id="Rf5111fa826f64b2c" /><Relationship Type="http://schemas.openxmlformats.org/officeDocument/2006/relationships/slideLayout" Target="/ppt/slideLayouts/slideLayout14.xml" Id="R56a937aade3f4f27" /><Relationship Type="http://schemas.openxmlformats.org/officeDocument/2006/relationships/slideLayout" Target="/ppt/slideLayouts/slideLayout15.xml" Id="R4a5fad6c55164b8f" /><Relationship Type="http://schemas.openxmlformats.org/officeDocument/2006/relationships/slideLayout" Target="/ppt/slideLayouts/slideLayout16.xml" Id="Rdbd72fb7f62446c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cede04f73ee74d29" /><Relationship Type="http://schemas.openxmlformats.org/officeDocument/2006/relationships/theme" Target="/ppt/slideMasters/theme/theme3.xml" Id="Re683cc7987bf4066" /><Relationship Type="http://schemas.openxmlformats.org/officeDocument/2006/relationships/slideLayout" Target="/ppt/slideLayouts/slideLayout17.xml" Id="R03092a2ea1c14080" /><Relationship Type="http://schemas.openxmlformats.org/officeDocument/2006/relationships/slideLayout" Target="/ppt/slideLayouts/slideLayout18.xml" Id="Rcac8ab27fc5c4058" /><Relationship Type="http://schemas.openxmlformats.org/officeDocument/2006/relationships/slideLayout" Target="/ppt/slideLayouts/slideLayout19.xml" Id="Rb56ae9d1d23c44d2" /><Relationship Type="http://schemas.openxmlformats.org/officeDocument/2006/relationships/slideLayout" Target="/ppt/slideLayouts/slideLayout20.xml" Id="Rc3f9d200f45646f6" /><Relationship Type="http://schemas.openxmlformats.org/officeDocument/2006/relationships/slideLayout" Target="/ppt/slideLayouts/slideLayout21.xml" Id="Rcf5ee4bb1b844134" /><Relationship Type="http://schemas.openxmlformats.org/officeDocument/2006/relationships/slideLayout" Target="/ppt/slideLayouts/slideLayout22.xml" Id="Rdefa5de45ae4497f" /><Relationship Type="http://schemas.openxmlformats.org/officeDocument/2006/relationships/slideLayout" Target="/ppt/slideLayouts/slideLayout23.xml" Id="R10079737ec26418f" /><Relationship Type="http://schemas.openxmlformats.org/officeDocument/2006/relationships/slideLayout" Target="/ppt/slideLayouts/slideLayout24.xml" Id="Rf38279f7bba04b89" /><Relationship Type="http://schemas.openxmlformats.org/officeDocument/2006/relationships/slideLayout" Target="/ppt/slideLayouts/slideLayout25.xml" Id="R1bbb1a9ac1ea4869" /><Relationship Type="http://schemas.openxmlformats.org/officeDocument/2006/relationships/slideLayout" Target="/ppt/slideLayouts/slideLayout26.xml" Id="R90530f1409da4743" /><Relationship Type="http://schemas.openxmlformats.org/officeDocument/2006/relationships/slideLayout" Target="/ppt/slideLayouts/slideLayout27.xml" Id="Ra53d3c98e44f4111" /><Relationship Type="http://schemas.openxmlformats.org/officeDocument/2006/relationships/slideLayout" Target="/ppt/slideLayouts/slideLayout28.xml" Id="Rdff6224e5bd34ba1" /><Relationship Type="http://schemas.openxmlformats.org/officeDocument/2006/relationships/slideLayout" Target="/ppt/slideLayouts/slideLayout29.xml" Id="Rafae0fd80c0149b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8b40f5007a40a1"/>
    <p:sldLayoutId xmlns:r="http://schemas.openxmlformats.org/officeDocument/2006/relationships" id="2147483650" r:id="Rda82826c3481447c"/>
    <p:sldLayoutId xmlns:r="http://schemas.openxmlformats.org/officeDocument/2006/relationships" id="2147483651" r:id="Rd59c1dff1c77412d"/>
    <p:sldLayoutId xmlns:r="http://schemas.openxmlformats.org/officeDocument/2006/relationships" id="2147483652" r:id="R63afa14f318f402a"/>
    <p:sldLayoutId xmlns:r="http://schemas.openxmlformats.org/officeDocument/2006/relationships" id="2147483653" r:id="Ra2fea1a83e5e4492"/>
    <p:sldLayoutId xmlns:r="http://schemas.openxmlformats.org/officeDocument/2006/relationships" id="2147483654" r:id="Rd7da86b784584c38"/>
    <p:sldLayoutId xmlns:r="http://schemas.openxmlformats.org/officeDocument/2006/relationships" id="2147483655" r:id="R1ebb7f081de74214"/>
    <p:sldLayoutId xmlns:r="http://schemas.openxmlformats.org/officeDocument/2006/relationships" id="2147483656" r:id="R2d1a42607be54b56"/>
    <p:sldLayoutId xmlns:r="http://schemas.openxmlformats.org/officeDocument/2006/relationships" id="2147483657" r:id="Rcc6ac89cec5b4a11"/>
    <p:sldLayoutId xmlns:r="http://schemas.openxmlformats.org/officeDocument/2006/relationships" id="2147483658" r:id="R970cc65d767b4f0e"/>
    <p:sldLayoutId xmlns:r="http://schemas.openxmlformats.org/officeDocument/2006/relationships" id="2147483659" r:id="R769483e5a4464413"/>
    <p:sldLayoutId xmlns:r="http://schemas.openxmlformats.org/officeDocument/2006/relationships" id="2147483660" r:id="R25e04ac2db9f4752"/>
    <p:sldLayoutId xmlns:r="http://schemas.openxmlformats.org/officeDocument/2006/relationships" id="2147483661" r:id="Rf5111fa826f64b2c"/>
    <p:sldLayoutId xmlns:r="http://schemas.openxmlformats.org/officeDocument/2006/relationships" id="2147483662" r:id="R56a937aade3f4f27"/>
    <p:sldLayoutId xmlns:r="http://schemas.openxmlformats.org/officeDocument/2006/relationships" id="2147483663" r:id="R4a5fad6c55164b8f"/>
    <p:sldLayoutId xmlns:r="http://schemas.openxmlformats.org/officeDocument/2006/relationships" id="2147483664" r:id="Rdbd72fb7f62446c9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de04f73ee74d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03092a2ea1c14080"/>
    <p:sldLayoutId xmlns:r="http://schemas.openxmlformats.org/officeDocument/2006/relationships" id="2147483667" r:id="Rcac8ab27fc5c4058"/>
    <p:sldLayoutId xmlns:r="http://schemas.openxmlformats.org/officeDocument/2006/relationships" id="2147483668" r:id="Rb56ae9d1d23c44d2"/>
    <p:sldLayoutId xmlns:r="http://schemas.openxmlformats.org/officeDocument/2006/relationships" id="2147483669" r:id="Rc3f9d200f45646f6"/>
    <p:sldLayoutId xmlns:r="http://schemas.openxmlformats.org/officeDocument/2006/relationships" id="2147483670" r:id="Rcf5ee4bb1b844134"/>
    <p:sldLayoutId xmlns:r="http://schemas.openxmlformats.org/officeDocument/2006/relationships" id="2147483671" r:id="Rdefa5de45ae4497f"/>
    <p:sldLayoutId xmlns:r="http://schemas.openxmlformats.org/officeDocument/2006/relationships" id="2147483672" r:id="R10079737ec26418f"/>
    <p:sldLayoutId xmlns:r="http://schemas.openxmlformats.org/officeDocument/2006/relationships" id="2147483673" r:id="Rf38279f7bba04b89"/>
    <p:sldLayoutId xmlns:r="http://schemas.openxmlformats.org/officeDocument/2006/relationships" id="2147483674" r:id="R1bbb1a9ac1ea4869"/>
    <p:sldLayoutId xmlns:r="http://schemas.openxmlformats.org/officeDocument/2006/relationships" id="2147483675" r:id="R90530f1409da4743"/>
    <p:sldLayoutId xmlns:r="http://schemas.openxmlformats.org/officeDocument/2006/relationships" id="2147483676" r:id="Ra53d3c98e44f4111"/>
    <p:sldLayoutId xmlns:r="http://schemas.openxmlformats.org/officeDocument/2006/relationships" id="2147483677" r:id="Rdff6224e5bd34ba1"/>
    <p:sldLayoutId xmlns:r="http://schemas.openxmlformats.org/officeDocument/2006/relationships" id="2147483678" r:id="Rafae0fd80c0149b3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ac30f73db02746df" /><Relationship Type="http://schemas.openxmlformats.org/officeDocument/2006/relationships/notesSlide" Target="/ppt/notesSlides/notesSlide1.xml" Id="R8f71dbd1a95c41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75cabd14bf14401" /><Relationship Type="http://schemas.openxmlformats.org/officeDocument/2006/relationships/notesSlide" Target="/ppt/notesSlides/notesSlide2.xml" Id="Rb8c30fb3e45840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ca23fc39a484e4f" /><Relationship Type="http://schemas.openxmlformats.org/officeDocument/2006/relationships/notesSlide" Target="/ppt/notesSlides/notesSlide3.xml" Id="Rdd2353adf45c4d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d9f565b1a5c4d97" /><Relationship Type="http://schemas.openxmlformats.org/officeDocument/2006/relationships/notesSlide" Target="/ppt/notesSlides/notesSlide4.xml" Id="R7e98a83a584148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9eb6fd060a74a44" /><Relationship Type="http://schemas.openxmlformats.org/officeDocument/2006/relationships/notesSlide" Target="/ppt/notesSlides/notesSlide5.xml" Id="R83436467774943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96a770e6bad46b2" /><Relationship Type="http://schemas.openxmlformats.org/officeDocument/2006/relationships/notesSlide" Target="/ppt/notesSlides/notesSlide6.xml" Id="R9e1f08d2f83346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oneTBB Skill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Parallel patterns, flow graphs, arenas, and evidence-backed tuning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September 2026 ·</a:t>
            </a:r>
            <a:r>
              <a:rPr sz="1500" b="1">
                <a:solidFill>
                  <a:srgbClr val="07083C"/>
                </a:solidFill>
              </a:rPr>
              <a:t> 7 of 7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Select the smallest correct oneTBB pattern</a:t>
            </a:r>
            <a:r>
              <a:rPr sz="1913">
                <a:solidFill>
                  <a:srgbClr val="000000"/>
                </a:solidFill>
              </a:rPr>
              <a:t> — Use the semantic shape of the work instead of writing explicit threads.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Make state and ordering explicit</a:t>
            </a:r>
            <a:r>
              <a:rPr sz="1913">
                <a:solidFill>
                  <a:srgbClr val="000000"/>
                </a:solidFill>
              </a:rPr>
              <a:t> — Partition-local temporaries beat shared mutation; join-node semantics must match correlation needs.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Control nested runtimes</a:t>
            </a:r>
            <a:r>
              <a:rPr sz="1913">
                <a:solidFill>
                  <a:srgbClr val="000000"/>
                </a:solidFill>
              </a:rPr>
              <a:t> — task_arena/global_control integrate oneTBB with thread pools, OpenMP, and other runtimes.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Treat failures as first-class</a:t>
            </a:r>
            <a:r>
              <a:rPr sz="1913">
                <a:solidFill>
                  <a:srgbClr val="000000"/>
                </a:solidFill>
              </a:rPr>
              <a:t> — Tests cover races, long-run resource bounds, cancellation, exceptions, duplicates, gaps, and ordering.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Keep GPU work elsewhere</a:t>
            </a:r>
            <a:r>
              <a:rPr sz="1913">
                <a:solidFill>
                  <a:srgbClr val="000000"/>
                </a:solidFill>
              </a:rPr>
              <a:t> — Device offload routes to SYCL or oneDPL guidance.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all 7 tasks implemented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Patterns</a:t>
            </a:r>
            <a:r>
              <a:rPr sz="1913">
                <a:solidFill>
                  <a:srgbClr val="000000"/>
                </a:solidFill>
              </a:rPr>
              <a:t> — Histogram local aggregation; stable compaction scan; bounded image flow graph.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Runtime composition</a:t>
            </a:r>
            <a:r>
              <a:rPr sz="1913">
                <a:solidFill>
                  <a:srgbClr val="000000"/>
                </a:solidFill>
              </a:rPr>
              <a:t> — Nested thread-pool arena; cancellation and exception propagation.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Tuning</a:t>
            </a:r>
            <a:r>
              <a:rPr sz="1913">
                <a:solidFill>
                  <a:srgbClr val="000000"/>
                </a:solidFill>
              </a:rPr>
              <a:t> — Grainsize and affinity regression with measurable controls.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</a:t>
            </a:r>
            <a:r>
              <a:rPr sz="1913">
                <a:solidFill>
                  <a:srgbClr val="000000"/>
                </a:solidFill>
              </a:rPr>
              <a:t> — Join-node ordering is sourced from a maintainer incident.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remains</a:t>
            </a:r>
            <a:r>
              <a:rPr sz="1913">
                <a:solidFill>
                  <a:srgbClr val="000000"/>
                </a:solidFill>
              </a:rPr>
              <a:t> — Human ownership and matched promotion trials — not more task-count filling.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Official project guidance</a:t>
            </a:r>
            <a:r>
              <a:rPr sz="1913">
                <a:solidFill>
                  <a:srgbClr val="000000"/>
                </a:solidFill>
              </a:rPr>
              <a:t> — API docs, examples, tests, migration notes, scheduler behavior, and ownership files.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Failure-shaped coverage</a:t>
            </a:r>
            <a:r>
              <a:rPr sz="1913">
                <a:solidFill>
                  <a:srgbClr val="000000"/>
                </a:solidFill>
              </a:rPr>
              <a:t> — Shared state, unbounded flow graphs, oversubscription, affinity folklore, cancellation, and message correlation.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Executable correctness</a:t>
            </a:r>
            <a:r>
              <a:rPr sz="1913">
                <a:solidFill>
                  <a:srgbClr val="000000"/>
                </a:solidFill>
              </a:rPr>
              <a:t> — Each task has deterministic success criteria; two tasks retain measured quality headroom.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Clear boundaries</a:t>
            </a:r>
            <a:r>
              <a:rPr sz="1913">
                <a:solidFill>
                  <a:srgbClr val="000000"/>
                </a:solidFill>
              </a:rPr>
              <a:t> — The skill does not replace the API reference or claim GPU-offload coverage.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project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the pattern-selection and runtime guidance</a:t>
            </a:r>
            <a:r>
              <a:rPr sz="1913">
                <a:solidFill>
                  <a:srgbClr val="000000"/>
                </a:solidFill>
              </a:rPr>
              <a:t> — Especially flow-graph backpressure, nested parallelism, join semantics, affinity, and migration.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Keep examples grounded</a:t>
            </a:r>
            <a:r>
              <a:rPr sz="1913">
                <a:solidFill>
                  <a:srgbClr val="000000"/>
                </a:solidFill>
              </a:rPr>
              <a:t> — Replace generic advice with project-supported idioms and tests where possible.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Calibrate, do not inflate</a:t>
            </a:r>
            <a:r>
              <a:rPr sz="1913">
                <a:solidFill>
                  <a:srgbClr val="000000"/>
                </a:solidFill>
              </a:rPr>
              <a:t> — The suite is already full; focus next on maintainer approval and whether the tasks discriminate.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keeps the machinery</a:t>
            </a:r>
            <a:r>
              <a:rPr sz="1913">
                <a:solidFill>
                  <a:srgbClr val="000000"/>
                </a:solidFill>
              </a:rPr>
              <a:t> — Harbor, dashboards, matched comparisons, hosted CI, and shared validation remain centralized.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scope</a:t>
            </a:r>
            <a:r>
              <a:rPr sz="1913">
                <a:solidFill>
                  <a:srgbClr val="000000"/>
                </a:solidFill>
              </a:rPr>
              <a:t> — Are pattern selection, flow graph, arenas, cancellation, grainsize, affinity, and oversubscription the right first slice?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Correct one risky statement</a:t>
            </a:r>
            <a:r>
              <a:rPr sz="1913">
                <a:solidFill>
                  <a:srgbClr val="000000"/>
                </a:solidFill>
              </a:rPr>
              <a:t> — Especially legacy migration, scheduler semantics, or affinity/NUMA implications.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Judge the seven tasks</a:t>
            </a:r>
            <a:r>
              <a:rPr sz="1913">
                <a:solidFill>
                  <a:srgbClr val="000000"/>
                </a:solidFill>
              </a:rPr>
              <a:t> — Identify which are smoke coverage and which should measure real skill lift.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an owner</a:t>
            </a:r>
            <a:r>
              <a:rPr sz="1913">
                <a:solidFill>
                  <a:srgbClr val="000000"/>
                </a:solidFill>
              </a:rPr>
              <a:t> — A small reviewer group is enough; the infrastructure burden remains with UXL.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</a:t>
            </a:r>
            <a:r>
              <a:rPr sz="1913">
                <a:solidFill>
                  <a:srgbClr val="000000"/>
                </a:solidFill>
              </a:rPr>
              <a:t> — The strongest current portfolio becomes project-backed and ready for promotion calibration.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2026-09-08T23:11:57.4360000Z</dcterms:created>
  <dcterms:modified xsi:type="dcterms:W3CDTF">2026-09-08T23:11:57.4360000Z</dcterms:modified>
</coreProperties>
</file>