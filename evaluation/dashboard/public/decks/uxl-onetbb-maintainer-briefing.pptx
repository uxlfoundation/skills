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b56bf755e14f8d" /><Relationship Type="http://schemas.openxmlformats.org/officeDocument/2006/relationships/extended-properties" Target="/docProps/app.xml" Id="Rfbb4c43c8c004bd5" /><Relationship Type="http://schemas.openxmlformats.org/officeDocument/2006/relationships/officeDocument" Target="/ppt/presentation.xml" Id="Rcd74fdba994443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b82c39262343fe"/>
    <p:sldMasterId xmlns:r="http://schemas.openxmlformats.org/officeDocument/2006/relationships" id="2147483665" r:id="R9da66104fa634a15"/>
  </p:sldMasterIdLst>
  <p:notesMasterIdLst>
    <p:notesMasterId xmlns:r="http://schemas.openxmlformats.org/officeDocument/2006/relationships" r:id="R6904c7ae93864425"/>
  </p:notesMasterIdLst>
  <p:sldIdLst>
    <p:sldId xmlns:r="http://schemas.openxmlformats.org/officeDocument/2006/relationships" id="256" r:id="R4a407b898dfe4550"/>
    <p:sldId xmlns:r="http://schemas.openxmlformats.org/officeDocument/2006/relationships" id="257" r:id="R0a95868fd39842e9"/>
    <p:sldId xmlns:r="http://schemas.openxmlformats.org/officeDocument/2006/relationships" id="258" r:id="R2545bc2f11be4f05"/>
    <p:sldId xmlns:r="http://schemas.openxmlformats.org/officeDocument/2006/relationships" id="259" r:id="Rc7448b15bd5c46c8"/>
    <p:sldId xmlns:r="http://schemas.openxmlformats.org/officeDocument/2006/relationships" id="260" r:id="Rc07d5dd2f2014e4f"/>
    <p:sldId xmlns:r="http://schemas.openxmlformats.org/officeDocument/2006/relationships" id="261" r:id="Rb23bd87ff8544d09"/>
    <p:sldId xmlns:r="http://schemas.openxmlformats.org/officeDocument/2006/relationships" id="262" r:id="R47e3ddc9a2dc43c1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b196040d584fe9" /><Relationship Type="http://schemas.openxmlformats.org/officeDocument/2006/relationships/slideMaster" Target="/ppt/slideMasters/slideMaster1.xml" Id="R43b82c39262343fe" /><Relationship Type="http://schemas.openxmlformats.org/officeDocument/2006/relationships/slideMaster" Target="/ppt/slideMasters/slideMaster2.xml" Id="R9da66104fa634a15" /><Relationship Type="http://schemas.openxmlformats.org/officeDocument/2006/relationships/notesMaster" Target="/ppt/notesMasters/notesMaster1.xml" Id="R6904c7ae93864425" /><Relationship Type="http://schemas.openxmlformats.org/officeDocument/2006/relationships/presProps" Target="/ppt/presProps.xml" Id="R5f2ccaccfdbf449b" /><Relationship Type="http://schemas.openxmlformats.org/officeDocument/2006/relationships/viewProps" Target="/ppt/viewProps.xml" Id="Rbe1a911ecbb740be" /><Relationship Type="http://schemas.openxmlformats.org/officeDocument/2006/relationships/tableStyles" Target="/ppt/tableStyles.xml" Id="Rd904e5c1f85b4acf" /><Relationship Type="http://schemas.microsoft.com/office/2018/10/relationships/authors" Target="/ppt/authors.xml" Id="Rce6c6189f7de4da0" /><Relationship Type="http://schemas.openxmlformats.org/officeDocument/2006/relationships/slide" Target="/ppt/slides/slide1.xml" Id="R4a407b898dfe4550" /><Relationship Type="http://schemas.openxmlformats.org/officeDocument/2006/relationships/slide" Target="/ppt/slides/slide2.xml" Id="R0a95868fd39842e9" /><Relationship Type="http://schemas.openxmlformats.org/officeDocument/2006/relationships/slide" Target="/ppt/slides/slide3.xml" Id="R2545bc2f11be4f05" /><Relationship Type="http://schemas.openxmlformats.org/officeDocument/2006/relationships/slide" Target="/ppt/slides/slide4.xml" Id="Rc7448b15bd5c46c8" /><Relationship Type="http://schemas.openxmlformats.org/officeDocument/2006/relationships/slide" Target="/ppt/slides/slide5.xml" Id="Rc07d5dd2f2014e4f" /><Relationship Type="http://schemas.openxmlformats.org/officeDocument/2006/relationships/slide" Target="/ppt/slides/slide6.xml" Id="Rb23bd87ff8544d09" /><Relationship Type="http://schemas.openxmlformats.org/officeDocument/2006/relationships/slide" Target="/ppt/slides/slide7.xml" Id="R47e3ddc9a2dc43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504c4d76897a4a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00233556a641b6" /><Relationship Type="http://schemas.openxmlformats.org/officeDocument/2006/relationships/notesMaster" Target="/ppt/notesMasters/notesMaster1.xml" Id="Rd2446ccc17764b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d281fa72c54b52" /><Relationship Type="http://schemas.openxmlformats.org/officeDocument/2006/relationships/notesMaster" Target="/ppt/notesMasters/notesMaster1.xml" Id="R4b831e37a52d47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b37ad04bef41e2" /><Relationship Type="http://schemas.openxmlformats.org/officeDocument/2006/relationships/notesMaster" Target="/ppt/notesMasters/notesMaster1.xml" Id="R868d56d47e7647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20766fc2c844e6" /><Relationship Type="http://schemas.openxmlformats.org/officeDocument/2006/relationships/notesMaster" Target="/ppt/notesMasters/notesMaster1.xml" Id="R9f3207f199934d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1746606a7a4812" /><Relationship Type="http://schemas.openxmlformats.org/officeDocument/2006/relationships/notesMaster" Target="/ppt/notesMasters/notesMaster1.xml" Id="R88c9d5f911324c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3f55d46f8c4243" /><Relationship Type="http://schemas.openxmlformats.org/officeDocument/2006/relationships/notesMaster" Target="/ppt/notesMasters/notesMaster1.xml" Id="R4d607055f8cf4b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dff39468f140fc" /><Relationship Type="http://schemas.openxmlformats.org/officeDocument/2006/relationships/notesMaster" Target="/ppt/notesMasters/notesMaster1.xml" Id="Rcd3adff566eb41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oneTBB skill: encode parallel design discipline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Why this is useful to oneTBB at first glance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all 7 tasks implemented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f6d87ee4df4895" /><Relationship Type="http://schemas.openxmlformats.org/officeDocument/2006/relationships/image" Target="/ppt/media/image2.png" Id="Rc7943be0f19c4592" /><Relationship Type="http://schemas.openxmlformats.org/officeDocument/2006/relationships/image" Target="/ppt/media/image3.png" Id="Rdecd02062fa04c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b4112596564b1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1b8392b9314f33" /><Relationship Type="http://schemas.openxmlformats.org/officeDocument/2006/relationships/image" Target="/ppt/media/image4.png" Id="R36acb6a70c134e95" /><Relationship Type="http://schemas.openxmlformats.org/officeDocument/2006/relationships/image" Target="/ppt/media/image.png" Id="R9fb4887bffce455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c368461c064d86" /><Relationship Type="http://schemas.openxmlformats.org/officeDocument/2006/relationships/image" Target="/ppt/media/image5.png" Id="R2695e23b61634a29" /><Relationship Type="http://schemas.openxmlformats.org/officeDocument/2006/relationships/image" Target="/ppt/media/image.png" Id="R797eab6758264e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2f6934cfa24d7b" /><Relationship Type="http://schemas.openxmlformats.org/officeDocument/2006/relationships/image" Target="/ppt/media/image6.png" Id="R988cdc21e4264590" /><Relationship Type="http://schemas.openxmlformats.org/officeDocument/2006/relationships/image" Target="/ppt/media/image.png" Id="Racb73d530d8442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16398fea064b4b" /><Relationship Type="http://schemas.openxmlformats.org/officeDocument/2006/relationships/image" Target="/ppt/media/image3.png" Id="R2bcb73d178d1458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e7d649c2734c04" /><Relationship Type="http://schemas.openxmlformats.org/officeDocument/2006/relationships/image" Target="/ppt/media/image7.png" Id="R9ea97a0d6c4f422a" /><Relationship Type="http://schemas.openxmlformats.org/officeDocument/2006/relationships/image" Target="/ppt/media/image8.png" Id="Rdad6c3cb7467461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deadf52bd54640" /><Relationship Type="http://schemas.openxmlformats.org/officeDocument/2006/relationships/image" Target="/ppt/media/image9.png" Id="R1bfa5d5398b44cbe" /><Relationship Type="http://schemas.openxmlformats.org/officeDocument/2006/relationships/image" Target="/ppt/media/image3.png" Id="R96fb3619757f4e2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5dd4befd3a4796" /><Relationship Type="http://schemas.openxmlformats.org/officeDocument/2006/relationships/image" Target="/ppt/media/image10.png" Id="R38c878bf8ed541d6" /><Relationship Type="http://schemas.openxmlformats.org/officeDocument/2006/relationships/image" Target="/ppt/media/image.png" Id="R57e795fc0c9141f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83544119534409" /><Relationship Type="http://schemas.openxmlformats.org/officeDocument/2006/relationships/image" Target="/ppt/media/image11.png" Id="Rdf09b7342b6f4a16" /><Relationship Type="http://schemas.openxmlformats.org/officeDocument/2006/relationships/image" Target="/ppt/media/image3.png" Id="Rf4b8c83f53e34ae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523c6e79a4ab0" /><Relationship Type="http://schemas.openxmlformats.org/officeDocument/2006/relationships/image" Target="/ppt/media/image3.png" Id="Re4951af116e54df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936471d4064cb4" /><Relationship Type="http://schemas.openxmlformats.org/officeDocument/2006/relationships/image" Target="/ppt/media/image12.png" Id="R747cf42727a54846" /><Relationship Type="http://schemas.openxmlformats.org/officeDocument/2006/relationships/image" Target="/ppt/media/image.png" Id="R584b0afb4acc4f18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102b28530947bf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a33bcc16f54076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4873fb6119471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3e0613ea584f7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9bb31a496e84af1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2fb667051014cb0" /><Relationship Type="http://schemas.openxmlformats.org/officeDocument/2006/relationships/image" Target="/ppt/media/image8.png" Id="R09a0e16032694e75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05e00ecf58b4838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6051dee6b8e40b7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0db7eb903064a4b" /><Relationship Type="http://schemas.openxmlformats.org/officeDocument/2006/relationships/image" Target="/ppt/media/image13.png" Id="R33c910cfa0d648dc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3d8e6f2091f4477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dd1cb0dce384936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5c5645d7b034454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fe487843b324f36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5de2d05d693426f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f17a85a72de480a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990d27e21624f08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85430438e7941d7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c7943be0f19c4592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cd02062fa04cb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36acb6a70c134e95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b4887bffce455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2695e23b61634a29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7eab6758264e8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988cdc21e426459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b73d530d8442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cb73d178d1458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9ea97a0d6c4f422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d6c3cb7467461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1bfa5d5398b44cb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fb3619757f4e2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38c878bf8ed541d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e795fc0c9141f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df09b7342b6f4a1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4b8c83f53e34a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951af116e54df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747cf42727a5484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4b0afb4acc4f1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a0e16032694e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c910cfa0d648d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d569854eac4866" /><Relationship Type="http://schemas.openxmlformats.org/officeDocument/2006/relationships/slideLayout" Target="/ppt/slideLayouts/slideLayout1.xml" Id="R1e252028f561427f" /><Relationship Type="http://schemas.openxmlformats.org/officeDocument/2006/relationships/slideLayout" Target="/ppt/slideLayouts/slideLayout2.xml" Id="Rbbeffc41be9d4c29" /><Relationship Type="http://schemas.openxmlformats.org/officeDocument/2006/relationships/slideLayout" Target="/ppt/slideLayouts/slideLayout3.xml" Id="R7d489853dda54cfa" /><Relationship Type="http://schemas.openxmlformats.org/officeDocument/2006/relationships/slideLayout" Target="/ppt/slideLayouts/slideLayout4.xml" Id="Rc2460c23c6de4ee5" /><Relationship Type="http://schemas.openxmlformats.org/officeDocument/2006/relationships/slideLayout" Target="/ppt/slideLayouts/slideLayout5.xml" Id="R075d998416814c51" /><Relationship Type="http://schemas.openxmlformats.org/officeDocument/2006/relationships/slideLayout" Target="/ppt/slideLayouts/slideLayout6.xml" Id="Ra7366f0782fc48da" /><Relationship Type="http://schemas.openxmlformats.org/officeDocument/2006/relationships/slideLayout" Target="/ppt/slideLayouts/slideLayout7.xml" Id="R50b48123f69a4026" /><Relationship Type="http://schemas.openxmlformats.org/officeDocument/2006/relationships/slideLayout" Target="/ppt/slideLayouts/slideLayout8.xml" Id="R8869ab5575744fda" /><Relationship Type="http://schemas.openxmlformats.org/officeDocument/2006/relationships/slideLayout" Target="/ppt/slideLayouts/slideLayout9.xml" Id="R48a689b32b804235" /><Relationship Type="http://schemas.openxmlformats.org/officeDocument/2006/relationships/slideLayout" Target="/ppt/slideLayouts/slideLayout10.xml" Id="Rfbf0f750bb9a4fcd" /><Relationship Type="http://schemas.openxmlformats.org/officeDocument/2006/relationships/slideLayout" Target="/ppt/slideLayouts/slideLayout11.xml" Id="R6b878557f3a84a2d" /><Relationship Type="http://schemas.openxmlformats.org/officeDocument/2006/relationships/slideLayout" Target="/ppt/slideLayouts/slideLayout12.xml" Id="Rcd1d596c90094179" /><Relationship Type="http://schemas.openxmlformats.org/officeDocument/2006/relationships/slideLayout" Target="/ppt/slideLayouts/slideLayout13.xml" Id="Re78bc3a820254d0d" /><Relationship Type="http://schemas.openxmlformats.org/officeDocument/2006/relationships/slideLayout" Target="/ppt/slideLayouts/slideLayout14.xml" Id="Ra34316d30fc14daf" /><Relationship Type="http://schemas.openxmlformats.org/officeDocument/2006/relationships/slideLayout" Target="/ppt/slideLayouts/slideLayout15.xml" Id="R2fdcb3cf9694432a" /><Relationship Type="http://schemas.openxmlformats.org/officeDocument/2006/relationships/slideLayout" Target="/ppt/slideLayouts/slideLayout16.xml" Id="R8a5f21e6a06c41d2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06ee0bfa8f6b4a4d" /><Relationship Type="http://schemas.openxmlformats.org/officeDocument/2006/relationships/theme" Target="/ppt/slideMasters/theme/theme3.xml" Id="R3ca47d2455174f2d" /><Relationship Type="http://schemas.openxmlformats.org/officeDocument/2006/relationships/slideLayout" Target="/ppt/slideLayouts/slideLayout17.xml" Id="Re8cce9f294644c6a" /><Relationship Type="http://schemas.openxmlformats.org/officeDocument/2006/relationships/slideLayout" Target="/ppt/slideLayouts/slideLayout18.xml" Id="R78af0a88c4d04b7e" /><Relationship Type="http://schemas.openxmlformats.org/officeDocument/2006/relationships/slideLayout" Target="/ppt/slideLayouts/slideLayout19.xml" Id="R1f82c38f286d4f3d" /><Relationship Type="http://schemas.openxmlformats.org/officeDocument/2006/relationships/slideLayout" Target="/ppt/slideLayouts/slideLayout20.xml" Id="R0446a0f9eae049bc" /><Relationship Type="http://schemas.openxmlformats.org/officeDocument/2006/relationships/slideLayout" Target="/ppt/slideLayouts/slideLayout21.xml" Id="R6ad2cb4553dc43ae" /><Relationship Type="http://schemas.openxmlformats.org/officeDocument/2006/relationships/slideLayout" Target="/ppt/slideLayouts/slideLayout22.xml" Id="Rb091d5f74f874b9d" /><Relationship Type="http://schemas.openxmlformats.org/officeDocument/2006/relationships/slideLayout" Target="/ppt/slideLayouts/slideLayout23.xml" Id="R50075ae6bb724ea0" /><Relationship Type="http://schemas.openxmlformats.org/officeDocument/2006/relationships/slideLayout" Target="/ppt/slideLayouts/slideLayout24.xml" Id="R2131b2fff8294471" /><Relationship Type="http://schemas.openxmlformats.org/officeDocument/2006/relationships/slideLayout" Target="/ppt/slideLayouts/slideLayout25.xml" Id="Ree27d22a0ab1418e" /><Relationship Type="http://schemas.openxmlformats.org/officeDocument/2006/relationships/slideLayout" Target="/ppt/slideLayouts/slideLayout26.xml" Id="R6bc234986d0c462f" /><Relationship Type="http://schemas.openxmlformats.org/officeDocument/2006/relationships/slideLayout" Target="/ppt/slideLayouts/slideLayout27.xml" Id="R17e9c0f3d0114bcb" /><Relationship Type="http://schemas.openxmlformats.org/officeDocument/2006/relationships/slideLayout" Target="/ppt/slideLayouts/slideLayout28.xml" Id="R6bf3860bbfc84dec" /><Relationship Type="http://schemas.openxmlformats.org/officeDocument/2006/relationships/slideLayout" Target="/ppt/slideLayouts/slideLayout29.xml" Id="R70b634836a1a4770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252028f561427f"/>
    <p:sldLayoutId xmlns:r="http://schemas.openxmlformats.org/officeDocument/2006/relationships" id="2147483650" r:id="Rbbeffc41be9d4c29"/>
    <p:sldLayoutId xmlns:r="http://schemas.openxmlformats.org/officeDocument/2006/relationships" id="2147483651" r:id="R7d489853dda54cfa"/>
    <p:sldLayoutId xmlns:r="http://schemas.openxmlformats.org/officeDocument/2006/relationships" id="2147483652" r:id="Rc2460c23c6de4ee5"/>
    <p:sldLayoutId xmlns:r="http://schemas.openxmlformats.org/officeDocument/2006/relationships" id="2147483653" r:id="R075d998416814c51"/>
    <p:sldLayoutId xmlns:r="http://schemas.openxmlformats.org/officeDocument/2006/relationships" id="2147483654" r:id="Ra7366f0782fc48da"/>
    <p:sldLayoutId xmlns:r="http://schemas.openxmlformats.org/officeDocument/2006/relationships" id="2147483655" r:id="R50b48123f69a4026"/>
    <p:sldLayoutId xmlns:r="http://schemas.openxmlformats.org/officeDocument/2006/relationships" id="2147483656" r:id="R8869ab5575744fda"/>
    <p:sldLayoutId xmlns:r="http://schemas.openxmlformats.org/officeDocument/2006/relationships" id="2147483657" r:id="R48a689b32b804235"/>
    <p:sldLayoutId xmlns:r="http://schemas.openxmlformats.org/officeDocument/2006/relationships" id="2147483658" r:id="Rfbf0f750bb9a4fcd"/>
    <p:sldLayoutId xmlns:r="http://schemas.openxmlformats.org/officeDocument/2006/relationships" id="2147483659" r:id="R6b878557f3a84a2d"/>
    <p:sldLayoutId xmlns:r="http://schemas.openxmlformats.org/officeDocument/2006/relationships" id="2147483660" r:id="Rcd1d596c90094179"/>
    <p:sldLayoutId xmlns:r="http://schemas.openxmlformats.org/officeDocument/2006/relationships" id="2147483661" r:id="Re78bc3a820254d0d"/>
    <p:sldLayoutId xmlns:r="http://schemas.openxmlformats.org/officeDocument/2006/relationships" id="2147483662" r:id="Ra34316d30fc14daf"/>
    <p:sldLayoutId xmlns:r="http://schemas.openxmlformats.org/officeDocument/2006/relationships" id="2147483663" r:id="R2fdcb3cf9694432a"/>
    <p:sldLayoutId xmlns:r="http://schemas.openxmlformats.org/officeDocument/2006/relationships" id="2147483664" r:id="R8a5f21e6a06c41d2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ee0bfa8f6b4a4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e8cce9f294644c6a"/>
    <p:sldLayoutId xmlns:r="http://schemas.openxmlformats.org/officeDocument/2006/relationships" id="2147483667" r:id="R78af0a88c4d04b7e"/>
    <p:sldLayoutId xmlns:r="http://schemas.openxmlformats.org/officeDocument/2006/relationships" id="2147483668" r:id="R1f82c38f286d4f3d"/>
    <p:sldLayoutId xmlns:r="http://schemas.openxmlformats.org/officeDocument/2006/relationships" id="2147483669" r:id="R0446a0f9eae049bc"/>
    <p:sldLayoutId xmlns:r="http://schemas.openxmlformats.org/officeDocument/2006/relationships" id="2147483670" r:id="R6ad2cb4553dc43ae"/>
    <p:sldLayoutId xmlns:r="http://schemas.openxmlformats.org/officeDocument/2006/relationships" id="2147483671" r:id="Rb091d5f74f874b9d"/>
    <p:sldLayoutId xmlns:r="http://schemas.openxmlformats.org/officeDocument/2006/relationships" id="2147483672" r:id="R50075ae6bb724ea0"/>
    <p:sldLayoutId xmlns:r="http://schemas.openxmlformats.org/officeDocument/2006/relationships" id="2147483673" r:id="R2131b2fff8294471"/>
    <p:sldLayoutId xmlns:r="http://schemas.openxmlformats.org/officeDocument/2006/relationships" id="2147483674" r:id="Ree27d22a0ab1418e"/>
    <p:sldLayoutId xmlns:r="http://schemas.openxmlformats.org/officeDocument/2006/relationships" id="2147483675" r:id="R6bc234986d0c462f"/>
    <p:sldLayoutId xmlns:r="http://schemas.openxmlformats.org/officeDocument/2006/relationships" id="2147483676" r:id="R17e9c0f3d0114bcb"/>
    <p:sldLayoutId xmlns:r="http://schemas.openxmlformats.org/officeDocument/2006/relationships" id="2147483677" r:id="R6bf3860bbfc84dec"/>
    <p:sldLayoutId xmlns:r="http://schemas.openxmlformats.org/officeDocument/2006/relationships" id="2147483678" r:id="R70b634836a1a4770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4f478638bbe4172" /><Relationship Type="http://schemas.openxmlformats.org/officeDocument/2006/relationships/notesSlide" Target="/ppt/notesSlides/notesSlide1.xml" Id="R30e5a9b7b6a243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a3d4e0abd694bb5" /><Relationship Type="http://schemas.openxmlformats.org/officeDocument/2006/relationships/notesSlide" Target="/ppt/notesSlides/notesSlide2.xml" Id="R887713f48bc14b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4752ac2f5de4bd2" /><Relationship Type="http://schemas.openxmlformats.org/officeDocument/2006/relationships/notesSlide" Target="/ppt/notesSlides/notesSlide3.xml" Id="Rcf098ee4667742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e767dc42c6a4f4d" /><Relationship Type="http://schemas.openxmlformats.org/officeDocument/2006/relationships/notesSlide" Target="/ppt/notesSlides/notesSlide4.xml" Id="R26590c0a479a41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f5f8def5e8774880" /><Relationship Type="http://schemas.openxmlformats.org/officeDocument/2006/relationships/notesSlide" Target="/ppt/notesSlides/notesSlide5.xml" Id="Rf460ca544aca40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f8cdbfbfd2a47c3" /><Relationship Type="http://schemas.openxmlformats.org/officeDocument/2006/relationships/notesSlide" Target="/ppt/notesSlides/notesSlide6.xml" Id="R410ed51b5ecc43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809602ca9df4616" /><Relationship Type="http://schemas.openxmlformats.org/officeDocument/2006/relationships/notesSlide" Target="/ppt/notesSlides/notesSlide7.xml" Id="R629a0b22bfdf439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oneTBB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Parallel patterns, flow graphs, arenas, and evidence-backed tuning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7 of 7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Why this is useful to oneTBB at first glance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Match problems to composable patterns</a:t>
            </a:r>
            <a:r>
              <a:rPr sz="1913">
                <a:solidFill>
                  <a:srgbClr val="000000"/>
                </a:solidFill>
              </a:rPr>
              <a:t> — Agents choose loops, reductions, scans, pipelines, flow graph, task groups, or arenas by workload shape.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Expose concurrency contracts</a:t>
            </a:r>
            <a:r>
              <a:rPr sz="1913">
                <a:solidFill>
                  <a:srgbClr val="000000"/>
                </a:solidFill>
              </a:rPr>
              <a:t> — Mutable state, ordering, cancellation, exceptions, blocking calls, and external pools are named before parallelizing.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Bound resource ownership</a:t>
            </a:r>
            <a:r>
              <a:rPr sz="1913">
                <a:solidFill>
                  <a:srgbClr val="000000"/>
                </a:solidFill>
              </a:rPr>
              <a:t> — Flow-graph admission, stage concurrency, and capacity return become correctness requirements.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Tune only from evidence</a:t>
            </a:r>
            <a:r>
              <a:rPr sz="1913">
                <a:solidFill>
                  <a:srgbClr val="000000"/>
                </a:solidFill>
              </a:rPr>
              <a:t> — Grainsize, affinity, arenas, and concurrency are measured against a serial reference and real CPU limits.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Select the smallest correct oneTBB pattern</a:t>
            </a:r>
            <a:r>
              <a:rPr sz="1913">
                <a:solidFill>
                  <a:srgbClr val="000000"/>
                </a:solidFill>
              </a:rPr>
              <a:t> — Use the semantic shape of the work instead of writing explicit threads.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Make state and ordering explicit</a:t>
            </a:r>
            <a:r>
              <a:rPr sz="1913">
                <a:solidFill>
                  <a:srgbClr val="000000"/>
                </a:solidFill>
              </a:rPr>
              <a:t> — Partition-local temporaries beat shared mutation; join-node semantics must match correlation needs.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Control nested runtimes</a:t>
            </a:r>
            <a:r>
              <a:rPr sz="1913">
                <a:solidFill>
                  <a:srgbClr val="000000"/>
                </a:solidFill>
              </a:rPr>
              <a:t> — task_arena/global_control integrate oneTBB with thread pools, OpenMP, and other runtimes.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Treat failures as first-class</a:t>
            </a:r>
            <a:r>
              <a:rPr sz="1913">
                <a:solidFill>
                  <a:srgbClr val="000000"/>
                </a:solidFill>
              </a:rPr>
              <a:t> — Tests cover races, long-run resource bounds, cancellation, exceptions, duplicates, gaps, and ordering.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GPU work elsewhere</a:t>
            </a:r>
            <a:r>
              <a:rPr sz="1913">
                <a:solidFill>
                  <a:srgbClr val="000000"/>
                </a:solidFill>
              </a:rPr>
              <a:t> — Device offload routes to SYCL or oneDPL guidance.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all 7 tasks implemented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Patterns</a:t>
            </a:r>
            <a:r>
              <a:rPr sz="1913">
                <a:solidFill>
                  <a:srgbClr val="000000"/>
                </a:solidFill>
              </a:rPr>
              <a:t> — Histogram local aggregation; stable compaction scan; bounded image flow graph.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Runtime composition</a:t>
            </a:r>
            <a:r>
              <a:rPr sz="1913">
                <a:solidFill>
                  <a:srgbClr val="000000"/>
                </a:solidFill>
              </a:rPr>
              <a:t> — Nested thread-pool arena; cancellation and exception propagation.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Tuning</a:t>
            </a:r>
            <a:r>
              <a:rPr sz="1913">
                <a:solidFill>
                  <a:srgbClr val="000000"/>
                </a:solidFill>
              </a:rPr>
              <a:t> — Grainsize and affinity regression with measurable controls.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Join-node ordering is sourced from a maintainer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remains</a:t>
            </a:r>
            <a:r>
              <a:rPr sz="1913">
                <a:solidFill>
                  <a:srgbClr val="000000"/>
                </a:solidFill>
              </a:rPr>
              <a:t> — Human ownership and matched promotion trials — not more task-count filling.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project guidance</a:t>
            </a:r>
            <a:r>
              <a:rPr sz="1913">
                <a:solidFill>
                  <a:srgbClr val="000000"/>
                </a:solidFill>
              </a:rPr>
              <a:t> — API docs, examples, tests, migration notes, scheduler behavior, and ownership files.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Failure-shaped coverage</a:t>
            </a:r>
            <a:r>
              <a:rPr sz="1913">
                <a:solidFill>
                  <a:srgbClr val="000000"/>
                </a:solidFill>
              </a:rPr>
              <a:t> — Shared state, unbounded flow graphs, oversubscription, affinity folklore, cancellation, and message correlation.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Executable correctness</a:t>
            </a:r>
            <a:r>
              <a:rPr sz="1913">
                <a:solidFill>
                  <a:srgbClr val="000000"/>
                </a:solidFill>
              </a:rPr>
              <a:t> — Each task has deterministic success criteria; two tasks retain measured quality headroom.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Clear boundaries</a:t>
            </a:r>
            <a:r>
              <a:rPr sz="1913">
                <a:solidFill>
                  <a:srgbClr val="000000"/>
                </a:solidFill>
              </a:rPr>
              <a:t> — The skill does not replace the API reference or claim GPU-offload coverage.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the pattern-selection and runtime guidance</a:t>
            </a:r>
            <a:r>
              <a:rPr sz="1913">
                <a:solidFill>
                  <a:srgbClr val="000000"/>
                </a:solidFill>
              </a:rPr>
              <a:t> — Especially flow-graph backpressure, nested parallelism, join semantics, affinity, and migration.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examples grounded</a:t>
            </a:r>
            <a:r>
              <a:rPr sz="1913">
                <a:solidFill>
                  <a:srgbClr val="000000"/>
                </a:solidFill>
              </a:rPr>
              <a:t> — Replace generic advice with project-supported idioms and tests where possible.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Calibrate, do not inflate</a:t>
            </a:r>
            <a:r>
              <a:rPr sz="1913">
                <a:solidFill>
                  <a:srgbClr val="000000"/>
                </a:solidFill>
              </a:rPr>
              <a:t> — The suite is already full; focus next on maintainer approval and whether the tasks discriminate.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Harbor, dashboards, matched comparisons, hosted CI, and shared validation remain centralized.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scope</a:t>
            </a:r>
            <a:r>
              <a:rPr sz="1913">
                <a:solidFill>
                  <a:srgbClr val="000000"/>
                </a:solidFill>
              </a:rPr>
              <a:t> — Are pattern selection, flow graph, arenas, cancellation, grainsize, affinity, and oversubscription the right first slice?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one risky statement</a:t>
            </a:r>
            <a:r>
              <a:rPr sz="1913">
                <a:solidFill>
                  <a:srgbClr val="000000"/>
                </a:solidFill>
              </a:rPr>
              <a:t> — Especially legacy migration, scheduler semantics, or affinity/NUMA implications.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seven tasks</a:t>
            </a:r>
            <a:r>
              <a:rPr sz="1913">
                <a:solidFill>
                  <a:srgbClr val="000000"/>
                </a:solidFill>
              </a:rPr>
              <a:t> — Identify which are smoke coverage and which should measure real skill lift.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A small reviewer group is enough; the infrastructure burden remains with UXL.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The strongest current portfolio becomes project-backed and ready for promotion calibration.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2026-09-04T13:53:49.0740000Z</dcterms:created>
  <dcterms:modified xsi:type="dcterms:W3CDTF">2026-09-04T13:53:49.0740000Z</dcterms:modified>
</coreProperties>
</file>