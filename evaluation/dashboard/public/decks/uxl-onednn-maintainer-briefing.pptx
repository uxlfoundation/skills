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b7c1ef770a4a95" /><Relationship Type="http://schemas.openxmlformats.org/officeDocument/2006/relationships/extended-properties" Target="/docProps/app.xml" Id="Rf4ca2fed4f234f91" /><Relationship Type="http://schemas.openxmlformats.org/officeDocument/2006/relationships/officeDocument" Target="/ppt/presentation.xml" Id="Ra5a3ea437b3040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795c5cc81c4911"/>
    <p:sldMasterId xmlns:r="http://schemas.openxmlformats.org/officeDocument/2006/relationships" id="2147483665" r:id="R4cd733412c68464b"/>
  </p:sldMasterIdLst>
  <p:notesMasterIdLst>
    <p:notesMasterId xmlns:r="http://schemas.openxmlformats.org/officeDocument/2006/relationships" r:id="Rd644cd14a89f47db"/>
  </p:notesMasterIdLst>
  <p:sldIdLst>
    <p:sldId xmlns:r="http://schemas.openxmlformats.org/officeDocument/2006/relationships" id="256" r:id="R54ee7843c9564143"/>
    <p:sldId xmlns:r="http://schemas.openxmlformats.org/officeDocument/2006/relationships" id="257" r:id="R266d59f542ec4151"/>
    <p:sldId xmlns:r="http://schemas.openxmlformats.org/officeDocument/2006/relationships" id="258" r:id="R2de3ade53eb640e0"/>
    <p:sldId xmlns:r="http://schemas.openxmlformats.org/officeDocument/2006/relationships" id="259" r:id="Rb80754d677a64495"/>
    <p:sldId xmlns:r="http://schemas.openxmlformats.org/officeDocument/2006/relationships" id="260" r:id="R0e0c4ad72274489e"/>
    <p:sldId xmlns:r="http://schemas.openxmlformats.org/officeDocument/2006/relationships" id="261" r:id="R4a654da48a1547d8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06fc86e49f4936" /><Relationship Type="http://schemas.openxmlformats.org/officeDocument/2006/relationships/slideMaster" Target="/ppt/slideMasters/slideMaster1.xml" Id="Rd6795c5cc81c4911" /><Relationship Type="http://schemas.openxmlformats.org/officeDocument/2006/relationships/slideMaster" Target="/ppt/slideMasters/slideMaster2.xml" Id="R4cd733412c68464b" /><Relationship Type="http://schemas.openxmlformats.org/officeDocument/2006/relationships/notesMaster" Target="/ppt/notesMasters/notesMaster1.xml" Id="Rd644cd14a89f47db" /><Relationship Type="http://schemas.openxmlformats.org/officeDocument/2006/relationships/presProps" Target="/ppt/presProps.xml" Id="R911c231dd5024060" /><Relationship Type="http://schemas.openxmlformats.org/officeDocument/2006/relationships/viewProps" Target="/ppt/viewProps.xml" Id="R69f2142a0ad1483e" /><Relationship Type="http://schemas.openxmlformats.org/officeDocument/2006/relationships/tableStyles" Target="/ppt/tableStyles.xml" Id="R87c051a3be1444ab" /><Relationship Type="http://schemas.microsoft.com/office/2018/10/relationships/authors" Target="/ppt/authors.xml" Id="R2d06e53e9f6b42cd" /><Relationship Type="http://schemas.openxmlformats.org/officeDocument/2006/relationships/slide" Target="/ppt/slides/slide1.xml" Id="R54ee7843c9564143" /><Relationship Type="http://schemas.openxmlformats.org/officeDocument/2006/relationships/slide" Target="/ppt/slides/slide2.xml" Id="R266d59f542ec4151" /><Relationship Type="http://schemas.openxmlformats.org/officeDocument/2006/relationships/slide" Target="/ppt/slides/slide3.xml" Id="R2de3ade53eb640e0" /><Relationship Type="http://schemas.openxmlformats.org/officeDocument/2006/relationships/slide" Target="/ppt/slides/slide4.xml" Id="Rb80754d677a64495" /><Relationship Type="http://schemas.openxmlformats.org/officeDocument/2006/relationships/slide" Target="/ppt/slides/slide5.xml" Id="R0e0c4ad72274489e" /><Relationship Type="http://schemas.openxmlformats.org/officeDocument/2006/relationships/slide" Target="/ppt/slides/slide6.xml" Id="R4a654da48a1547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6eaa000b30a340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cba394d6334a4e" /><Relationship Type="http://schemas.openxmlformats.org/officeDocument/2006/relationships/notesMaster" Target="/ppt/notesMasters/notesMaster1.xml" Id="R4fb20c67cd0e4e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9b6719ee644c22" /><Relationship Type="http://schemas.openxmlformats.org/officeDocument/2006/relationships/notesMaster" Target="/ppt/notesMasters/notesMaster1.xml" Id="R2a46468cb2054bc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5271c0bfdd4b92" /><Relationship Type="http://schemas.openxmlformats.org/officeDocument/2006/relationships/notesMaster" Target="/ppt/notesMasters/notesMaster1.xml" Id="Red1b9da8b3af48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6b21d0fd1947b1" /><Relationship Type="http://schemas.openxmlformats.org/officeDocument/2006/relationships/notesMaster" Target="/ppt/notesMasters/notesMaster1.xml" Id="R1395d301caed4c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245791d91c4368" /><Relationship Type="http://schemas.openxmlformats.org/officeDocument/2006/relationships/notesMaster" Target="/ppt/notesMasters/notesMaster1.xml" Id="Ra3cc968a77e84a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779887aa544183" /><Relationship Type="http://schemas.openxmlformats.org/officeDocument/2006/relationships/notesMaster" Target="/ppt/notesMasters/notesMaster1.xml" Id="R3474538cbd1f44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https://github.com/uxlfoundation/skills/tree/main/skills/uxl-onednn</a:t>
            </a:r>
          </a:p>
          <a:p xmlns:a="http://schemas.openxmlformats.org/drawingml/2006/main">
            <a:r>
              <a:t>- https://github.com/uxlfoundation/skills/blob/main/skill-cards/uxl-onednn.md</a:t>
            </a:r>
          </a:p>
          <a:p xmlns:a="http://schemas.openxmlformats.org/drawingml/2006/main">
            <a:r>
              <a:t>- https://github.com/uxlfoundation/skills/blob/main/docs/maintainer-review/uxl-onednn.md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oneDNN skill: make agent changes reviewable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https://github.com/uxlfoundation/skills/tree/main/skills/uxl-onednn</a:t>
            </a:r>
          </a:p>
          <a:p xmlns:a="http://schemas.openxmlformats.org/drawingml/2006/main">
            <a:r>
              <a:t>- https://github.com/uxlfoundation/skills/blob/main/skill-cards/uxl-onednn.md</a:t>
            </a:r>
          </a:p>
          <a:p xmlns:a="http://schemas.openxmlformats.org/drawingml/2006/main">
            <a:r>
              <a:t>- https://github.com/uxlfoundation/skills/blob/main/docs/maintainer-review/uxl-onednn.md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https://github.com/uxlfoundation/skills/tree/main/skills/uxl-onednn</a:t>
            </a:r>
          </a:p>
          <a:p xmlns:a="http://schemas.openxmlformats.org/drawingml/2006/main">
            <a:r>
              <a:t>- https://github.com/uxlfoundation/skills/blob/main/skill-cards/uxl-onednn.md</a:t>
            </a:r>
          </a:p>
          <a:p xmlns:a="http://schemas.openxmlformats.org/drawingml/2006/main">
            <a:r>
              <a:t>- https://github.com/uxlfoundation/skills/blob/main/docs/maintainer-review/uxl-onednn.md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5 implemented, 1 honest gap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https://github.com/uxlfoundation/skills/tree/main/skills/uxl-onednn</a:t>
            </a:r>
          </a:p>
          <a:p xmlns:a="http://schemas.openxmlformats.org/drawingml/2006/main">
            <a:r>
              <a:t>- https://github.com/uxlfoundation/skills/blob/main/skill-cards/uxl-onednn.md</a:t>
            </a:r>
          </a:p>
          <a:p xmlns:a="http://schemas.openxmlformats.org/drawingml/2006/main">
            <a:r>
              <a:t>- https://github.com/uxlfoundation/skills/blob/main/docs/maintainer-review/uxl-onednn.md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https://github.com/uxlfoundation/skills/tree/main/skills/uxl-onednn</a:t>
            </a:r>
          </a:p>
          <a:p xmlns:a="http://schemas.openxmlformats.org/drawingml/2006/main">
            <a:r>
              <a:t>- https://github.com/uxlfoundation/skills/blob/main/skill-cards/uxl-onednn.md</a:t>
            </a:r>
          </a:p>
          <a:p xmlns:a="http://schemas.openxmlformats.org/drawingml/2006/main">
            <a:r>
              <a:t>- https://github.com/uxlfoundation/skills/blob/main/docs/maintainer-review/uxl-onednn.md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project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https://github.com/uxlfoundation/skills/tree/main/skills/uxl-onednn</a:t>
            </a:r>
          </a:p>
          <a:p xmlns:a="http://schemas.openxmlformats.org/drawingml/2006/main">
            <a:r>
              <a:t>- https://github.com/uxlfoundation/skills/blob/main/skill-cards/uxl-onednn.md</a:t>
            </a:r>
          </a:p>
          <a:p xmlns:a="http://schemas.openxmlformats.org/drawingml/2006/main">
            <a:r>
              <a:t>- https://github.com/uxlfoundation/skills/blob/main/docs/maintainer-review/uxl-onednn.md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cd7e38b79b40fc" /><Relationship Type="http://schemas.openxmlformats.org/officeDocument/2006/relationships/image" Target="/ppt/media/image2.png" Id="R07c2f19dcfd04ffe" /><Relationship Type="http://schemas.openxmlformats.org/officeDocument/2006/relationships/image" Target="/ppt/media/image3.png" Id="R898ae0159eab465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121d8266e4b9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ec7eeb8a144b2f" /><Relationship Type="http://schemas.openxmlformats.org/officeDocument/2006/relationships/image" Target="/ppt/media/image4.png" Id="Re4d5c989497b4dc4" /><Relationship Type="http://schemas.openxmlformats.org/officeDocument/2006/relationships/image" Target="/ppt/media/image.png" Id="R780d07d36af94ed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22639e679b4df0" /><Relationship Type="http://schemas.openxmlformats.org/officeDocument/2006/relationships/image" Target="/ppt/media/image5.png" Id="R81954e6a259a4e08" /><Relationship Type="http://schemas.openxmlformats.org/officeDocument/2006/relationships/image" Target="/ppt/media/image.png" Id="R98ce9d68c31347c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3a7bddc91845d2" /><Relationship Type="http://schemas.openxmlformats.org/officeDocument/2006/relationships/image" Target="/ppt/media/image6.png" Id="R4f1269770cba4e6a" /><Relationship Type="http://schemas.openxmlformats.org/officeDocument/2006/relationships/image" Target="/ppt/media/image.png" Id="R28eb6379b7024d7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858ba29f1b4abe" /><Relationship Type="http://schemas.openxmlformats.org/officeDocument/2006/relationships/image" Target="/ppt/media/image3.png" Id="R085d0573cfad4a1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dadb87bb374573" /><Relationship Type="http://schemas.openxmlformats.org/officeDocument/2006/relationships/image" Target="/ppt/media/image7.png" Id="Rdd73b954025f4cb0" /><Relationship Type="http://schemas.openxmlformats.org/officeDocument/2006/relationships/image" Target="/ppt/media/image8.png" Id="R47c95dde93ac484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616c54e7624760" /><Relationship Type="http://schemas.openxmlformats.org/officeDocument/2006/relationships/image" Target="/ppt/media/image9.png" Id="R49e37eaadabb407b" /><Relationship Type="http://schemas.openxmlformats.org/officeDocument/2006/relationships/image" Target="/ppt/media/image3.png" Id="R27a023270c09489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05d9a96e8e4f7b" /><Relationship Type="http://schemas.openxmlformats.org/officeDocument/2006/relationships/image" Target="/ppt/media/image10.png" Id="R4670b9d294b347f0" /><Relationship Type="http://schemas.openxmlformats.org/officeDocument/2006/relationships/image" Target="/ppt/media/image.png" Id="R244a34891d57490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9722490e7d4217" /><Relationship Type="http://schemas.openxmlformats.org/officeDocument/2006/relationships/image" Target="/ppt/media/image11.png" Id="R7fc7392b8ff645a6" /><Relationship Type="http://schemas.openxmlformats.org/officeDocument/2006/relationships/image" Target="/ppt/media/image3.png" Id="Rf5ab2bee4aed49b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6b120042b0494e" /><Relationship Type="http://schemas.openxmlformats.org/officeDocument/2006/relationships/image" Target="/ppt/media/image3.png" Id="Rd0f3deb44092408b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d173e91bdc48aa" /><Relationship Type="http://schemas.openxmlformats.org/officeDocument/2006/relationships/image" Target="/ppt/media/image12.png" Id="R2101135c1cbf4430" /><Relationship Type="http://schemas.openxmlformats.org/officeDocument/2006/relationships/image" Target="/ppt/media/image.png" Id="Ra7803394a379485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4efe19ba2e449f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6a855a8ac74d8b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6cd33b8f624af1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a317a46b7643d8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3ec38aef7c5499d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cd46ce3aa654d45" /><Relationship Type="http://schemas.openxmlformats.org/officeDocument/2006/relationships/image" Target="/ppt/media/image8.png" Id="R5266cc39b1914b62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728691ee75f4085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6b71a59515c460d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f09f25997fa4b35" /><Relationship Type="http://schemas.openxmlformats.org/officeDocument/2006/relationships/image" Target="/ppt/media/image13.png" Id="R11fa2d2b8d7e4498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436a94401e94bfe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1986564cbb74ea3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5db342278e6488d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a7552cdee7c47f2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ba169283ec0413e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e8278a38d1249e4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539fb03c0b044a1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a748d4924634987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07c2f19dcfd04ff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8ae0159eab465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e4d5c989497b4dc4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0d07d36af94ed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81954e6a259a4e08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ce9d68c31347c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4f1269770cba4e6a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8eb6379b7024d7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85d0573cfad4a1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dd73b954025f4cb0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c95dde93ac484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49e37eaadabb407b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7a023270c09489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4670b9d294b347f0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44a34891d57490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7fc7392b8ff645a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ab2bee4aed49b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f3deb44092408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2101135c1cbf4430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803394a379485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66cc39b1914b6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fa2d2b8d7e449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26a93b0a4b479b" /><Relationship Type="http://schemas.openxmlformats.org/officeDocument/2006/relationships/slideLayout" Target="/ppt/slideLayouts/slideLayout1.xml" Id="Re82e3c28e75c4466" /><Relationship Type="http://schemas.openxmlformats.org/officeDocument/2006/relationships/slideLayout" Target="/ppt/slideLayouts/slideLayout2.xml" Id="Rc91a3a1926e74112" /><Relationship Type="http://schemas.openxmlformats.org/officeDocument/2006/relationships/slideLayout" Target="/ppt/slideLayouts/slideLayout3.xml" Id="R6c1096d08a404a30" /><Relationship Type="http://schemas.openxmlformats.org/officeDocument/2006/relationships/slideLayout" Target="/ppt/slideLayouts/slideLayout4.xml" Id="R98519f2fea614caf" /><Relationship Type="http://schemas.openxmlformats.org/officeDocument/2006/relationships/slideLayout" Target="/ppt/slideLayouts/slideLayout5.xml" Id="Ra5905a750ece4deb" /><Relationship Type="http://schemas.openxmlformats.org/officeDocument/2006/relationships/slideLayout" Target="/ppt/slideLayouts/slideLayout6.xml" Id="Rb8d02cb99e4e4b49" /><Relationship Type="http://schemas.openxmlformats.org/officeDocument/2006/relationships/slideLayout" Target="/ppt/slideLayouts/slideLayout7.xml" Id="R55208571b04940ab" /><Relationship Type="http://schemas.openxmlformats.org/officeDocument/2006/relationships/slideLayout" Target="/ppt/slideLayouts/slideLayout8.xml" Id="R4079aae300634678" /><Relationship Type="http://schemas.openxmlformats.org/officeDocument/2006/relationships/slideLayout" Target="/ppt/slideLayouts/slideLayout9.xml" Id="Reba08b9620f54fd1" /><Relationship Type="http://schemas.openxmlformats.org/officeDocument/2006/relationships/slideLayout" Target="/ppt/slideLayouts/slideLayout10.xml" Id="Rba1ee6431665406a" /><Relationship Type="http://schemas.openxmlformats.org/officeDocument/2006/relationships/slideLayout" Target="/ppt/slideLayouts/slideLayout11.xml" Id="Racebfdc48b9b4b16" /><Relationship Type="http://schemas.openxmlformats.org/officeDocument/2006/relationships/slideLayout" Target="/ppt/slideLayouts/slideLayout12.xml" Id="Rd71d84766a1642c2" /><Relationship Type="http://schemas.openxmlformats.org/officeDocument/2006/relationships/slideLayout" Target="/ppt/slideLayouts/slideLayout13.xml" Id="Re7e42c60d7fc4d91" /><Relationship Type="http://schemas.openxmlformats.org/officeDocument/2006/relationships/slideLayout" Target="/ppt/slideLayouts/slideLayout14.xml" Id="R6c5c7f8982eb4c0d" /><Relationship Type="http://schemas.openxmlformats.org/officeDocument/2006/relationships/slideLayout" Target="/ppt/slideLayouts/slideLayout15.xml" Id="R79e16540b3214337" /><Relationship Type="http://schemas.openxmlformats.org/officeDocument/2006/relationships/slideLayout" Target="/ppt/slideLayouts/slideLayout16.xml" Id="R079591d390064de8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947e671ab53d4632" /><Relationship Type="http://schemas.openxmlformats.org/officeDocument/2006/relationships/theme" Target="/ppt/slideMasters/theme/theme3.xml" Id="R8bda9e6681a046e7" /><Relationship Type="http://schemas.openxmlformats.org/officeDocument/2006/relationships/slideLayout" Target="/ppt/slideLayouts/slideLayout17.xml" Id="R93934074ed824ea4" /><Relationship Type="http://schemas.openxmlformats.org/officeDocument/2006/relationships/slideLayout" Target="/ppt/slideLayouts/slideLayout18.xml" Id="Rb900f9284b774016" /><Relationship Type="http://schemas.openxmlformats.org/officeDocument/2006/relationships/slideLayout" Target="/ppt/slideLayouts/slideLayout19.xml" Id="R779b902fa2864a32" /><Relationship Type="http://schemas.openxmlformats.org/officeDocument/2006/relationships/slideLayout" Target="/ppt/slideLayouts/slideLayout20.xml" Id="Re3e3fca98e5a4485" /><Relationship Type="http://schemas.openxmlformats.org/officeDocument/2006/relationships/slideLayout" Target="/ppt/slideLayouts/slideLayout21.xml" Id="R00c26037d3c147a1" /><Relationship Type="http://schemas.openxmlformats.org/officeDocument/2006/relationships/slideLayout" Target="/ppt/slideLayouts/slideLayout22.xml" Id="R14ac5b4d8f9f4a98" /><Relationship Type="http://schemas.openxmlformats.org/officeDocument/2006/relationships/slideLayout" Target="/ppt/slideLayouts/slideLayout23.xml" Id="R7268d0a37e654938" /><Relationship Type="http://schemas.openxmlformats.org/officeDocument/2006/relationships/slideLayout" Target="/ppt/slideLayouts/slideLayout24.xml" Id="R9c39208c37004806" /><Relationship Type="http://schemas.openxmlformats.org/officeDocument/2006/relationships/slideLayout" Target="/ppt/slideLayouts/slideLayout25.xml" Id="Rc897a0dd3aaa4e99" /><Relationship Type="http://schemas.openxmlformats.org/officeDocument/2006/relationships/slideLayout" Target="/ppt/slideLayouts/slideLayout26.xml" Id="R6cd9ef096c9441d5" /><Relationship Type="http://schemas.openxmlformats.org/officeDocument/2006/relationships/slideLayout" Target="/ppt/slideLayouts/slideLayout27.xml" Id="R926c9d8e2e25483f" /><Relationship Type="http://schemas.openxmlformats.org/officeDocument/2006/relationships/slideLayout" Target="/ppt/slideLayouts/slideLayout28.xml" Id="R1fb5a5e94973435e" /><Relationship Type="http://schemas.openxmlformats.org/officeDocument/2006/relationships/slideLayout" Target="/ppt/slideLayouts/slideLayout29.xml" Id="Ra490a97fa61b4ad9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2e3c28e75c4466"/>
    <p:sldLayoutId xmlns:r="http://schemas.openxmlformats.org/officeDocument/2006/relationships" id="2147483650" r:id="Rc91a3a1926e74112"/>
    <p:sldLayoutId xmlns:r="http://schemas.openxmlformats.org/officeDocument/2006/relationships" id="2147483651" r:id="R6c1096d08a404a30"/>
    <p:sldLayoutId xmlns:r="http://schemas.openxmlformats.org/officeDocument/2006/relationships" id="2147483652" r:id="R98519f2fea614caf"/>
    <p:sldLayoutId xmlns:r="http://schemas.openxmlformats.org/officeDocument/2006/relationships" id="2147483653" r:id="Ra5905a750ece4deb"/>
    <p:sldLayoutId xmlns:r="http://schemas.openxmlformats.org/officeDocument/2006/relationships" id="2147483654" r:id="Rb8d02cb99e4e4b49"/>
    <p:sldLayoutId xmlns:r="http://schemas.openxmlformats.org/officeDocument/2006/relationships" id="2147483655" r:id="R55208571b04940ab"/>
    <p:sldLayoutId xmlns:r="http://schemas.openxmlformats.org/officeDocument/2006/relationships" id="2147483656" r:id="R4079aae300634678"/>
    <p:sldLayoutId xmlns:r="http://schemas.openxmlformats.org/officeDocument/2006/relationships" id="2147483657" r:id="Reba08b9620f54fd1"/>
    <p:sldLayoutId xmlns:r="http://schemas.openxmlformats.org/officeDocument/2006/relationships" id="2147483658" r:id="Rba1ee6431665406a"/>
    <p:sldLayoutId xmlns:r="http://schemas.openxmlformats.org/officeDocument/2006/relationships" id="2147483659" r:id="Racebfdc48b9b4b16"/>
    <p:sldLayoutId xmlns:r="http://schemas.openxmlformats.org/officeDocument/2006/relationships" id="2147483660" r:id="Rd71d84766a1642c2"/>
    <p:sldLayoutId xmlns:r="http://schemas.openxmlformats.org/officeDocument/2006/relationships" id="2147483661" r:id="Re7e42c60d7fc4d91"/>
    <p:sldLayoutId xmlns:r="http://schemas.openxmlformats.org/officeDocument/2006/relationships" id="2147483662" r:id="R6c5c7f8982eb4c0d"/>
    <p:sldLayoutId xmlns:r="http://schemas.openxmlformats.org/officeDocument/2006/relationships" id="2147483663" r:id="R79e16540b3214337"/>
    <p:sldLayoutId xmlns:r="http://schemas.openxmlformats.org/officeDocument/2006/relationships" id="2147483664" r:id="R079591d390064de8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7e671ab53d463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93934074ed824ea4"/>
    <p:sldLayoutId xmlns:r="http://schemas.openxmlformats.org/officeDocument/2006/relationships" id="2147483667" r:id="Rb900f9284b774016"/>
    <p:sldLayoutId xmlns:r="http://schemas.openxmlformats.org/officeDocument/2006/relationships" id="2147483668" r:id="R779b902fa2864a32"/>
    <p:sldLayoutId xmlns:r="http://schemas.openxmlformats.org/officeDocument/2006/relationships" id="2147483669" r:id="Re3e3fca98e5a4485"/>
    <p:sldLayoutId xmlns:r="http://schemas.openxmlformats.org/officeDocument/2006/relationships" id="2147483670" r:id="R00c26037d3c147a1"/>
    <p:sldLayoutId xmlns:r="http://schemas.openxmlformats.org/officeDocument/2006/relationships" id="2147483671" r:id="R14ac5b4d8f9f4a98"/>
    <p:sldLayoutId xmlns:r="http://schemas.openxmlformats.org/officeDocument/2006/relationships" id="2147483672" r:id="R7268d0a37e654938"/>
    <p:sldLayoutId xmlns:r="http://schemas.openxmlformats.org/officeDocument/2006/relationships" id="2147483673" r:id="R9c39208c37004806"/>
    <p:sldLayoutId xmlns:r="http://schemas.openxmlformats.org/officeDocument/2006/relationships" id="2147483674" r:id="Rc897a0dd3aaa4e99"/>
    <p:sldLayoutId xmlns:r="http://schemas.openxmlformats.org/officeDocument/2006/relationships" id="2147483675" r:id="R6cd9ef096c9441d5"/>
    <p:sldLayoutId xmlns:r="http://schemas.openxmlformats.org/officeDocument/2006/relationships" id="2147483676" r:id="R926c9d8e2e25483f"/>
    <p:sldLayoutId xmlns:r="http://schemas.openxmlformats.org/officeDocument/2006/relationships" id="2147483677" r:id="R1fb5a5e94973435e"/>
    <p:sldLayoutId xmlns:r="http://schemas.openxmlformats.org/officeDocument/2006/relationships" id="2147483678" r:id="Ra490a97fa61b4ad9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f7dc3a8a490e44b3" /><Relationship Type="http://schemas.openxmlformats.org/officeDocument/2006/relationships/notesSlide" Target="/ppt/notesSlides/notesSlide1.xml" Id="R73d8164d1fb247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b7d0b76a2154410d" /><Relationship Type="http://schemas.openxmlformats.org/officeDocument/2006/relationships/notesSlide" Target="/ppt/notesSlides/notesSlide2.xml" Id="Rcc8f15c7c2694b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7c226a9069c4dfb" /><Relationship Type="http://schemas.openxmlformats.org/officeDocument/2006/relationships/notesSlide" Target="/ppt/notesSlides/notesSlide3.xml" Id="Rf4e34ea5451c4a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b8ae9c71a129481f" /><Relationship Type="http://schemas.openxmlformats.org/officeDocument/2006/relationships/notesSlide" Target="/ppt/notesSlides/notesSlide4.xml" Id="R97ac5bdded744f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5cfd076ead404c1b" /><Relationship Type="http://schemas.openxmlformats.org/officeDocument/2006/relationships/notesSlide" Target="/ppt/notesSlides/notesSlide5.xml" Id="R773dc43206bd45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5af2870ce900407a" /><Relationship Type="http://schemas.openxmlformats.org/officeDocument/2006/relationships/notesSlide" Target="/ppt/notesSlides/notesSlide6.xml" Id="R572e6788964d425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oneDNN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Primitives, memory layouts, fusion, and benchdnn evidence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</a:t>
            </a:r>
            <a:r>
              <a:rPr sz="1500" b="1">
                <a:solidFill>
                  <a:srgbClr val="07083C"/>
                </a:solidFill>
              </a:rPr>
              <a:t> 5 of 6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Choose primitives versus graph deliberately</a:t>
            </a:r>
            <a:r>
              <a:rPr sz="1913">
                <a:solidFill>
                  <a:srgbClr val="000000"/>
                </a:solidFill>
              </a:rPr>
              <a:t> — Prefer explicit primitives for isolated control; use graph/fusion only after individual parity.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Construct memory descriptors explicitly</a:t>
            </a:r>
            <a:r>
              <a:rPr sz="1913">
                <a:solidFill>
                  <a:srgbClr val="000000"/>
                </a:solidFill>
              </a:rPr>
              <a:t> — Logical shape is not physical layout; optimized formats require intentional boundaries.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Classify benchdnn failures</a:t>
            </a:r>
            <a:r>
              <a:rPr sz="1913">
                <a:solidFill>
                  <a:srgbClr val="000000"/>
                </a:solidFill>
              </a:rPr>
              <a:t> — Separate create, reference-data, execute, compare, and report phases before editing code.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Gate performance on correctness</a:t>
            </a:r>
            <a:r>
              <a:rPr sz="1913">
                <a:solidFill>
                  <a:srgbClr val="000000"/>
                </a:solidFill>
              </a:rPr>
              <a:t> — Record engine, mode, descriptor, selected implementation, baseline, and measurement environment.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Verify current backend support</a:t>
            </a:r>
            <a:r>
              <a:rPr sz="1913">
                <a:solidFill>
                  <a:srgbClr val="000000"/>
                </a:solidFill>
              </a:rPr>
              <a:t> — No static promise that a primitive or device path exists.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5 implemented, 1 honest gap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Implemented</a:t>
            </a:r>
            <a:r>
              <a:rPr sz="1913">
                <a:solidFill>
                  <a:srgbClr val="000000"/>
                </a:solidFill>
              </a:rPr>
              <a:t> — Matmul memory descriptors; convolution fusion parity; extra reorder regression; framework blocked layout; benchdnn no-reference-memory incident.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</a:t>
            </a:r>
            <a:r>
              <a:rPr sz="1913">
                <a:solidFill>
                  <a:srgbClr val="000000"/>
                </a:solidFill>
              </a:rPr>
              <a:t> — benchdnn-no-ref-memory is sourced from upstream issue #5732 and its accepted repair.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</a:t>
            </a:r>
            <a:r>
              <a:rPr sz="1913">
                <a:solidFill>
                  <a:srgbClr val="000000"/>
                </a:solidFill>
              </a:rPr>
              <a:t> — A real backend-unimplemented-primitive failure on a declared target device.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this proves</a:t>
            </a:r>
            <a:r>
              <a:rPr sz="1913">
                <a:solidFill>
                  <a:srgbClr val="000000"/>
                </a:solidFill>
              </a:rPr>
              <a:t> — The implemented tasks check workflow and repair behavior; they do not qualify every backend or primitive.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Official oneDNN sources</a:t>
            </a:r>
            <a:r>
              <a:rPr sz="1913">
                <a:solidFill>
                  <a:srgbClr val="000000"/>
                </a:solidFill>
              </a:rPr>
              <a:t> — Project docs, examples, tests, benchdnn behavior, releases, and ownership files.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Failure-shaped scenarios</a:t>
            </a:r>
            <a:r>
              <a:rPr sz="1913">
                <a:solidFill>
                  <a:srgbClr val="000000"/>
                </a:solidFill>
              </a:rPr>
              <a:t> — Layout mismatches, unnecessary reorders, fusion parity, framework boundaries, and harness-mode bugs.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 review standard</a:t>
            </a:r>
            <a:r>
              <a:rPr sz="1913">
                <a:solidFill>
                  <a:srgbClr val="000000"/>
                </a:solidFill>
              </a:rPr>
              <a:t> — Realistic prompts, deterministic correctness checks, limitations, and current-source verification.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Deliberate gaps</a:t>
            </a:r>
            <a:r>
              <a:rPr sz="1913">
                <a:solidFill>
                  <a:srgbClr val="000000"/>
                </a:solidFill>
              </a:rPr>
              <a:t> — Target-dependent support remains planned until a real environment and reproducer exist.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project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 a small surface</a:t>
            </a:r>
            <a:r>
              <a:rPr sz="1913">
                <a:solidFill>
                  <a:srgbClr val="000000"/>
                </a:solidFill>
              </a:rPr>
              <a:t> — SKILL.md, official source ledger, public skill card, eval prompts, and the oneDNN task slice.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Change it through normal PRs</a:t>
            </a:r>
            <a:r>
              <a:rPr sz="1913">
                <a:solidFill>
                  <a:srgbClr val="000000"/>
                </a:solidFill>
              </a:rPr>
              <a:t> — Correct terminology, narrow triggers, add a gotcha, refresh sources, or retire an evaluation.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keeps the machinery</a:t>
            </a:r>
            <a:r>
              <a:rPr sz="1913">
                <a:solidFill>
                  <a:srgbClr val="000000"/>
                </a:solidFill>
              </a:rPr>
              <a:t> — Common validators, Harbor execution, dashboards, and hardware-runner contracts stay shared.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Promotion remains project-gated</a:t>
            </a:r>
            <a:r>
              <a:rPr sz="1913">
                <a:solidFill>
                  <a:srgbClr val="000000"/>
                </a:solidFill>
              </a:rPr>
              <a:t> — No reviewed/project-owned label without a maintainer decision and recorded limitations.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scope</a:t>
            </a:r>
            <a:r>
              <a:rPr sz="1913">
                <a:solidFill>
                  <a:srgbClr val="000000"/>
                </a:solidFill>
              </a:rPr>
              <a:t> — Are primitive/graph choices, layout boundaries, fusion, numerics, verbose output, and benchdnn the right first slice?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Correct three things</a:t>
            </a:r>
            <a:r>
              <a:rPr sz="1913">
                <a:solidFill>
                  <a:srgbClr val="000000"/>
                </a:solidFill>
              </a:rPr>
              <a:t> — One trigger, one gotcha, and one unsupported/overstated assumption.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six tasks</a:t>
            </a:r>
            <a:r>
              <a:rPr sz="1913">
                <a:solidFill>
                  <a:srgbClr val="000000"/>
                </a:solidFill>
              </a:rPr>
              <a:t> — Keep, rewrite, or remove each; nominate a better target-device failure if available.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an owner</a:t>
            </a:r>
            <a:r>
              <a:rPr sz="1913">
                <a:solidFill>
                  <a:srgbClr val="000000"/>
                </a:solidFill>
              </a:rPr>
              <a:t> — One person or team for release-time or quarterly source review.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</a:t>
            </a:r>
            <a:r>
              <a:rPr sz="1913">
                <a:solidFill>
                  <a:srgbClr val="000000"/>
                </a:solidFill>
              </a:rPr>
              <a:t> — A project-backed skill that gives coding agents the same first-pass discipline maintainers expect.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2026-09-04T15:02:12.7910000Z</dcterms:created>
  <dcterms:modified xsi:type="dcterms:W3CDTF">2026-09-04T15:02:12.7910000Z</dcterms:modified>
</coreProperties>
</file>