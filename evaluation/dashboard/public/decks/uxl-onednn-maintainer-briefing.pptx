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96ccb2ed534e2b" /><Relationship Type="http://schemas.openxmlformats.org/officeDocument/2006/relationships/extended-properties" Target="/docProps/app.xml" Id="R7c0408a6665e4d24" /><Relationship Type="http://schemas.openxmlformats.org/officeDocument/2006/relationships/officeDocument" Target="/ppt/presentation.xml" Id="Rfb7f442b3aa242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055c04e9be4302"/>
    <p:sldMasterId xmlns:r="http://schemas.openxmlformats.org/officeDocument/2006/relationships" id="2147483665" r:id="Ra308b6c0e6ea41de"/>
  </p:sldMasterIdLst>
  <p:notesMasterIdLst>
    <p:notesMasterId xmlns:r="http://schemas.openxmlformats.org/officeDocument/2006/relationships" r:id="Ra56770afb37449c9"/>
  </p:notesMasterIdLst>
  <p:sldIdLst>
    <p:sldId xmlns:r="http://schemas.openxmlformats.org/officeDocument/2006/relationships" id="256" r:id="Rbd08e2a257e84a1b"/>
    <p:sldId xmlns:r="http://schemas.openxmlformats.org/officeDocument/2006/relationships" id="257" r:id="R75990e5f9dd740b1"/>
    <p:sldId xmlns:r="http://schemas.openxmlformats.org/officeDocument/2006/relationships" id="258" r:id="Rcae41c2daa2a4237"/>
    <p:sldId xmlns:r="http://schemas.openxmlformats.org/officeDocument/2006/relationships" id="259" r:id="R394d5eab4a724549"/>
    <p:sldId xmlns:r="http://schemas.openxmlformats.org/officeDocument/2006/relationships" id="260" r:id="R7a8ffb5d5c8a4cd1"/>
    <p:sldId xmlns:r="http://schemas.openxmlformats.org/officeDocument/2006/relationships" id="261" r:id="R42f529a41c76403a"/>
    <p:sldId xmlns:r="http://schemas.openxmlformats.org/officeDocument/2006/relationships" id="262" r:id="R2dac5efd41664102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a8a0dcf819454b" /><Relationship Type="http://schemas.openxmlformats.org/officeDocument/2006/relationships/slideMaster" Target="/ppt/slideMasters/slideMaster1.xml" Id="Rda055c04e9be4302" /><Relationship Type="http://schemas.openxmlformats.org/officeDocument/2006/relationships/slideMaster" Target="/ppt/slideMasters/slideMaster2.xml" Id="Ra308b6c0e6ea41de" /><Relationship Type="http://schemas.openxmlformats.org/officeDocument/2006/relationships/notesMaster" Target="/ppt/notesMasters/notesMaster1.xml" Id="Ra56770afb37449c9" /><Relationship Type="http://schemas.openxmlformats.org/officeDocument/2006/relationships/presProps" Target="/ppt/presProps.xml" Id="Rf6faa0cf3a524f20" /><Relationship Type="http://schemas.openxmlformats.org/officeDocument/2006/relationships/viewProps" Target="/ppt/viewProps.xml" Id="R07d45a1fc1af4f76" /><Relationship Type="http://schemas.openxmlformats.org/officeDocument/2006/relationships/tableStyles" Target="/ppt/tableStyles.xml" Id="R81ebbc02802b48bd" /><Relationship Type="http://schemas.microsoft.com/office/2018/10/relationships/authors" Target="/ppt/authors.xml" Id="Rbbeb1055202f44f6" /><Relationship Type="http://schemas.openxmlformats.org/officeDocument/2006/relationships/slide" Target="/ppt/slides/slide1.xml" Id="Rbd08e2a257e84a1b" /><Relationship Type="http://schemas.openxmlformats.org/officeDocument/2006/relationships/slide" Target="/ppt/slides/slide2.xml" Id="R75990e5f9dd740b1" /><Relationship Type="http://schemas.openxmlformats.org/officeDocument/2006/relationships/slide" Target="/ppt/slides/slide3.xml" Id="Rcae41c2daa2a4237" /><Relationship Type="http://schemas.openxmlformats.org/officeDocument/2006/relationships/slide" Target="/ppt/slides/slide4.xml" Id="R394d5eab4a724549" /><Relationship Type="http://schemas.openxmlformats.org/officeDocument/2006/relationships/slide" Target="/ppt/slides/slide5.xml" Id="R7a8ffb5d5c8a4cd1" /><Relationship Type="http://schemas.openxmlformats.org/officeDocument/2006/relationships/slide" Target="/ppt/slides/slide6.xml" Id="R42f529a41c76403a" /><Relationship Type="http://schemas.openxmlformats.org/officeDocument/2006/relationships/slide" Target="/ppt/slides/slide7.xml" Id="R2dac5efd416641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8f589fd2b61348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9481e0d9734798" /><Relationship Type="http://schemas.openxmlformats.org/officeDocument/2006/relationships/notesMaster" Target="/ppt/notesMasters/notesMaster1.xml" Id="R765c60bbb95542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e5c7aea7c54ecb" /><Relationship Type="http://schemas.openxmlformats.org/officeDocument/2006/relationships/notesMaster" Target="/ppt/notesMasters/notesMaster1.xml" Id="R4885759b287d45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fb35fb325e48a7" /><Relationship Type="http://schemas.openxmlformats.org/officeDocument/2006/relationships/notesMaster" Target="/ppt/notesMasters/notesMaster1.xml" Id="R306b6a8c46f04c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e9ac96059a4daa" /><Relationship Type="http://schemas.openxmlformats.org/officeDocument/2006/relationships/notesMaster" Target="/ppt/notesMasters/notesMaster1.xml" Id="R75d54c1160514f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4c761c9ad04748" /><Relationship Type="http://schemas.openxmlformats.org/officeDocument/2006/relationships/notesMaster" Target="/ppt/notesMasters/notesMaster1.xml" Id="R93fc369d8d9d40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b95f6486874620" /><Relationship Type="http://schemas.openxmlformats.org/officeDocument/2006/relationships/notesMaster" Target="/ppt/notesMasters/notesMaster1.xml" Id="Rc2eaddb3a43d40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98e8e5d27548c8" /><Relationship Type="http://schemas.openxmlformats.org/officeDocument/2006/relationships/notesMaster" Target="/ppt/notesMasters/notesMaster1.xml" Id="Rbf492ee7f6b245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oneDNN skill: make agent changes reviewable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this is useful to oneDNN at first glance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5 implemented, 1 honest gap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0b3a381c3f4101" /><Relationship Type="http://schemas.openxmlformats.org/officeDocument/2006/relationships/image" Target="/ppt/media/image2.png" Id="R56d623ad32c443ea" /><Relationship Type="http://schemas.openxmlformats.org/officeDocument/2006/relationships/image" Target="/ppt/media/image3.png" Id="R7ac5b42fb983458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6234fb208f44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26027f4ac2432a" /><Relationship Type="http://schemas.openxmlformats.org/officeDocument/2006/relationships/image" Target="/ppt/media/image4.png" Id="R183ad2a43d3140fa" /><Relationship Type="http://schemas.openxmlformats.org/officeDocument/2006/relationships/image" Target="/ppt/media/image.png" Id="Rac2677064d6c4c4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204e8e0420418b" /><Relationship Type="http://schemas.openxmlformats.org/officeDocument/2006/relationships/image" Target="/ppt/media/image5.png" Id="R50d9b19e85da4226" /><Relationship Type="http://schemas.openxmlformats.org/officeDocument/2006/relationships/image" Target="/ppt/media/image.png" Id="R1415cf496af742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bdad0b32824a07" /><Relationship Type="http://schemas.openxmlformats.org/officeDocument/2006/relationships/image" Target="/ppt/media/image6.png" Id="R7a18eeb8df97495c" /><Relationship Type="http://schemas.openxmlformats.org/officeDocument/2006/relationships/image" Target="/ppt/media/image.png" Id="Rbe3e73b66fee47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514c851da64d7a" /><Relationship Type="http://schemas.openxmlformats.org/officeDocument/2006/relationships/image" Target="/ppt/media/image3.png" Id="Rb8722f2eafe44fa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406ee3337b4a78" /><Relationship Type="http://schemas.openxmlformats.org/officeDocument/2006/relationships/image" Target="/ppt/media/image7.png" Id="Rd8427d155ae645e6" /><Relationship Type="http://schemas.openxmlformats.org/officeDocument/2006/relationships/image" Target="/ppt/media/image8.png" Id="R731ce5c895934c8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5e659e01a14b6a" /><Relationship Type="http://schemas.openxmlformats.org/officeDocument/2006/relationships/image" Target="/ppt/media/image9.png" Id="R5f65b9dbd771492e" /><Relationship Type="http://schemas.openxmlformats.org/officeDocument/2006/relationships/image" Target="/ppt/media/image3.png" Id="R8880186c7a544aa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9947b27904cc3" /><Relationship Type="http://schemas.openxmlformats.org/officeDocument/2006/relationships/image" Target="/ppt/media/image10.png" Id="R27d6c28fd86c41ba" /><Relationship Type="http://schemas.openxmlformats.org/officeDocument/2006/relationships/image" Target="/ppt/media/image.png" Id="Rcd524ea0234a44a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9e50f278894155" /><Relationship Type="http://schemas.openxmlformats.org/officeDocument/2006/relationships/image" Target="/ppt/media/image11.png" Id="Rf7d2dae173da4644" /><Relationship Type="http://schemas.openxmlformats.org/officeDocument/2006/relationships/image" Target="/ppt/media/image3.png" Id="Rc459b5054f95425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a33ccff1094f12" /><Relationship Type="http://schemas.openxmlformats.org/officeDocument/2006/relationships/image" Target="/ppt/media/image3.png" Id="Rc5509cb4aed744b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932d8a68da4dda" /><Relationship Type="http://schemas.openxmlformats.org/officeDocument/2006/relationships/image" Target="/ppt/media/image12.png" Id="Rec6e7dbd37b14254" /><Relationship Type="http://schemas.openxmlformats.org/officeDocument/2006/relationships/image" Target="/ppt/media/image.png" Id="R6f02d2f209d64789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90c858f7344b46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1a4316efb04ef3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3e9707f5424a09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5ca06aef6a4f2c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1af4174b1ab4efe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b9e08e44848458c" /><Relationship Type="http://schemas.openxmlformats.org/officeDocument/2006/relationships/image" Target="/ppt/media/image8.png" Id="R477f7504cef1496c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5df26c1c3a3420f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e0cab6abdbd4249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3bfa23e8806440d" /><Relationship Type="http://schemas.openxmlformats.org/officeDocument/2006/relationships/image" Target="/ppt/media/image13.png" Id="Re71243e151ac473f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c9f46376f614031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447ff1675b24b17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f86c88074c54767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62d8d80b3814d87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6451d2b34ee45da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f029572f87d4fab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8a502d224c64c60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b79e9aa67474e18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56d623ad32c443e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c5b42fb983458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183ad2a43d3140f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2677064d6c4c4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50d9b19e85da422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15cf496af742c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7a18eeb8df97495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3e73b66fee47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722f2eafe44fa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d8427d155ae645e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1ce5c895934c8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5f65b9dbd771492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80186c7a544a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27d6c28fd86c41b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524ea0234a44a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f7d2dae173da464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59b5054f95425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509cb4aed744b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ec6e7dbd37b1425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02d2f209d6478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7f7504cef149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1243e151ac473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ee151a0eb4421a" /><Relationship Type="http://schemas.openxmlformats.org/officeDocument/2006/relationships/slideLayout" Target="/ppt/slideLayouts/slideLayout1.xml" Id="Rf90efaa80b704d22" /><Relationship Type="http://schemas.openxmlformats.org/officeDocument/2006/relationships/slideLayout" Target="/ppt/slideLayouts/slideLayout2.xml" Id="R72c1a5ea305b4ae4" /><Relationship Type="http://schemas.openxmlformats.org/officeDocument/2006/relationships/slideLayout" Target="/ppt/slideLayouts/slideLayout3.xml" Id="R541d221ce4c24585" /><Relationship Type="http://schemas.openxmlformats.org/officeDocument/2006/relationships/slideLayout" Target="/ppt/slideLayouts/slideLayout4.xml" Id="Re49acda7b5ff4e5a" /><Relationship Type="http://schemas.openxmlformats.org/officeDocument/2006/relationships/slideLayout" Target="/ppt/slideLayouts/slideLayout5.xml" Id="Rbf7d7e74905e4d76" /><Relationship Type="http://schemas.openxmlformats.org/officeDocument/2006/relationships/slideLayout" Target="/ppt/slideLayouts/slideLayout6.xml" Id="R51a23582ee0e4310" /><Relationship Type="http://schemas.openxmlformats.org/officeDocument/2006/relationships/slideLayout" Target="/ppt/slideLayouts/slideLayout7.xml" Id="Ra0a56db37cb64504" /><Relationship Type="http://schemas.openxmlformats.org/officeDocument/2006/relationships/slideLayout" Target="/ppt/slideLayouts/slideLayout8.xml" Id="R9e6772ef09c44a5f" /><Relationship Type="http://schemas.openxmlformats.org/officeDocument/2006/relationships/slideLayout" Target="/ppt/slideLayouts/slideLayout9.xml" Id="Reb8207498fe2454a" /><Relationship Type="http://schemas.openxmlformats.org/officeDocument/2006/relationships/slideLayout" Target="/ppt/slideLayouts/slideLayout10.xml" Id="R6011fc6453634c58" /><Relationship Type="http://schemas.openxmlformats.org/officeDocument/2006/relationships/slideLayout" Target="/ppt/slideLayouts/slideLayout11.xml" Id="R63918feed2cb4c05" /><Relationship Type="http://schemas.openxmlformats.org/officeDocument/2006/relationships/slideLayout" Target="/ppt/slideLayouts/slideLayout12.xml" Id="Rc829b14e1ec147e0" /><Relationship Type="http://schemas.openxmlformats.org/officeDocument/2006/relationships/slideLayout" Target="/ppt/slideLayouts/slideLayout13.xml" Id="R96ad61121ccd4311" /><Relationship Type="http://schemas.openxmlformats.org/officeDocument/2006/relationships/slideLayout" Target="/ppt/slideLayouts/slideLayout14.xml" Id="R6c3cda3d27704bb5" /><Relationship Type="http://schemas.openxmlformats.org/officeDocument/2006/relationships/slideLayout" Target="/ppt/slideLayouts/slideLayout15.xml" Id="Rbbfa0e85dcf14858" /><Relationship Type="http://schemas.openxmlformats.org/officeDocument/2006/relationships/slideLayout" Target="/ppt/slideLayouts/slideLayout16.xml" Id="Ra03eeaf1610b42d4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cfb63d318190491c" /><Relationship Type="http://schemas.openxmlformats.org/officeDocument/2006/relationships/theme" Target="/ppt/slideMasters/theme/theme3.xml" Id="R84e10783afe44ba6" /><Relationship Type="http://schemas.openxmlformats.org/officeDocument/2006/relationships/slideLayout" Target="/ppt/slideLayouts/slideLayout17.xml" Id="R778beb7ac7d640c6" /><Relationship Type="http://schemas.openxmlformats.org/officeDocument/2006/relationships/slideLayout" Target="/ppt/slideLayouts/slideLayout18.xml" Id="R654172767b2a43b7" /><Relationship Type="http://schemas.openxmlformats.org/officeDocument/2006/relationships/slideLayout" Target="/ppt/slideLayouts/slideLayout19.xml" Id="Rcd0a58b249b343a5" /><Relationship Type="http://schemas.openxmlformats.org/officeDocument/2006/relationships/slideLayout" Target="/ppt/slideLayouts/slideLayout20.xml" Id="Rdec1460f49674354" /><Relationship Type="http://schemas.openxmlformats.org/officeDocument/2006/relationships/slideLayout" Target="/ppt/slideLayouts/slideLayout21.xml" Id="Re7ba71c0fb9c42ce" /><Relationship Type="http://schemas.openxmlformats.org/officeDocument/2006/relationships/slideLayout" Target="/ppt/slideLayouts/slideLayout22.xml" Id="Rb39e424e828c4669" /><Relationship Type="http://schemas.openxmlformats.org/officeDocument/2006/relationships/slideLayout" Target="/ppt/slideLayouts/slideLayout23.xml" Id="Rd80356ba59d74229" /><Relationship Type="http://schemas.openxmlformats.org/officeDocument/2006/relationships/slideLayout" Target="/ppt/slideLayouts/slideLayout24.xml" Id="Rd518e37abf074624" /><Relationship Type="http://schemas.openxmlformats.org/officeDocument/2006/relationships/slideLayout" Target="/ppt/slideLayouts/slideLayout25.xml" Id="Rbfd0908c2d174f95" /><Relationship Type="http://schemas.openxmlformats.org/officeDocument/2006/relationships/slideLayout" Target="/ppt/slideLayouts/slideLayout26.xml" Id="Rb407097c5fe64b7b" /><Relationship Type="http://schemas.openxmlformats.org/officeDocument/2006/relationships/slideLayout" Target="/ppt/slideLayouts/slideLayout27.xml" Id="R0bf967d2de204a17" /><Relationship Type="http://schemas.openxmlformats.org/officeDocument/2006/relationships/slideLayout" Target="/ppt/slideLayouts/slideLayout28.xml" Id="R1ee7821d42d64f29" /><Relationship Type="http://schemas.openxmlformats.org/officeDocument/2006/relationships/slideLayout" Target="/ppt/slideLayouts/slideLayout29.xml" Id="R09b0effbb0d14d3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0efaa80b704d22"/>
    <p:sldLayoutId xmlns:r="http://schemas.openxmlformats.org/officeDocument/2006/relationships" id="2147483650" r:id="R72c1a5ea305b4ae4"/>
    <p:sldLayoutId xmlns:r="http://schemas.openxmlformats.org/officeDocument/2006/relationships" id="2147483651" r:id="R541d221ce4c24585"/>
    <p:sldLayoutId xmlns:r="http://schemas.openxmlformats.org/officeDocument/2006/relationships" id="2147483652" r:id="Re49acda7b5ff4e5a"/>
    <p:sldLayoutId xmlns:r="http://schemas.openxmlformats.org/officeDocument/2006/relationships" id="2147483653" r:id="Rbf7d7e74905e4d76"/>
    <p:sldLayoutId xmlns:r="http://schemas.openxmlformats.org/officeDocument/2006/relationships" id="2147483654" r:id="R51a23582ee0e4310"/>
    <p:sldLayoutId xmlns:r="http://schemas.openxmlformats.org/officeDocument/2006/relationships" id="2147483655" r:id="Ra0a56db37cb64504"/>
    <p:sldLayoutId xmlns:r="http://schemas.openxmlformats.org/officeDocument/2006/relationships" id="2147483656" r:id="R9e6772ef09c44a5f"/>
    <p:sldLayoutId xmlns:r="http://schemas.openxmlformats.org/officeDocument/2006/relationships" id="2147483657" r:id="Reb8207498fe2454a"/>
    <p:sldLayoutId xmlns:r="http://schemas.openxmlformats.org/officeDocument/2006/relationships" id="2147483658" r:id="R6011fc6453634c58"/>
    <p:sldLayoutId xmlns:r="http://schemas.openxmlformats.org/officeDocument/2006/relationships" id="2147483659" r:id="R63918feed2cb4c05"/>
    <p:sldLayoutId xmlns:r="http://schemas.openxmlformats.org/officeDocument/2006/relationships" id="2147483660" r:id="Rc829b14e1ec147e0"/>
    <p:sldLayoutId xmlns:r="http://schemas.openxmlformats.org/officeDocument/2006/relationships" id="2147483661" r:id="R96ad61121ccd4311"/>
    <p:sldLayoutId xmlns:r="http://schemas.openxmlformats.org/officeDocument/2006/relationships" id="2147483662" r:id="R6c3cda3d27704bb5"/>
    <p:sldLayoutId xmlns:r="http://schemas.openxmlformats.org/officeDocument/2006/relationships" id="2147483663" r:id="Rbbfa0e85dcf14858"/>
    <p:sldLayoutId xmlns:r="http://schemas.openxmlformats.org/officeDocument/2006/relationships" id="2147483664" r:id="Ra03eeaf1610b42d4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b63d318190491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778beb7ac7d640c6"/>
    <p:sldLayoutId xmlns:r="http://schemas.openxmlformats.org/officeDocument/2006/relationships" id="2147483667" r:id="R654172767b2a43b7"/>
    <p:sldLayoutId xmlns:r="http://schemas.openxmlformats.org/officeDocument/2006/relationships" id="2147483668" r:id="Rcd0a58b249b343a5"/>
    <p:sldLayoutId xmlns:r="http://schemas.openxmlformats.org/officeDocument/2006/relationships" id="2147483669" r:id="Rdec1460f49674354"/>
    <p:sldLayoutId xmlns:r="http://schemas.openxmlformats.org/officeDocument/2006/relationships" id="2147483670" r:id="Re7ba71c0fb9c42ce"/>
    <p:sldLayoutId xmlns:r="http://schemas.openxmlformats.org/officeDocument/2006/relationships" id="2147483671" r:id="Rb39e424e828c4669"/>
    <p:sldLayoutId xmlns:r="http://schemas.openxmlformats.org/officeDocument/2006/relationships" id="2147483672" r:id="Rd80356ba59d74229"/>
    <p:sldLayoutId xmlns:r="http://schemas.openxmlformats.org/officeDocument/2006/relationships" id="2147483673" r:id="Rd518e37abf074624"/>
    <p:sldLayoutId xmlns:r="http://schemas.openxmlformats.org/officeDocument/2006/relationships" id="2147483674" r:id="Rbfd0908c2d174f95"/>
    <p:sldLayoutId xmlns:r="http://schemas.openxmlformats.org/officeDocument/2006/relationships" id="2147483675" r:id="Rb407097c5fe64b7b"/>
    <p:sldLayoutId xmlns:r="http://schemas.openxmlformats.org/officeDocument/2006/relationships" id="2147483676" r:id="R0bf967d2de204a17"/>
    <p:sldLayoutId xmlns:r="http://schemas.openxmlformats.org/officeDocument/2006/relationships" id="2147483677" r:id="R1ee7821d42d64f29"/>
    <p:sldLayoutId xmlns:r="http://schemas.openxmlformats.org/officeDocument/2006/relationships" id="2147483678" r:id="R09b0effbb0d14d39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fab54290e744399" /><Relationship Type="http://schemas.openxmlformats.org/officeDocument/2006/relationships/notesSlide" Target="/ppt/notesSlides/notesSlide1.xml" Id="R6314b60ad0d242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7e9057eb97d4ecd" /><Relationship Type="http://schemas.openxmlformats.org/officeDocument/2006/relationships/notesSlide" Target="/ppt/notesSlides/notesSlide2.xml" Id="R804c31ac501843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c47bd7c700e4cc7" /><Relationship Type="http://schemas.openxmlformats.org/officeDocument/2006/relationships/notesSlide" Target="/ppt/notesSlides/notesSlide3.xml" Id="R60be5de782ff40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c79d8673f8664b29" /><Relationship Type="http://schemas.openxmlformats.org/officeDocument/2006/relationships/notesSlide" Target="/ppt/notesSlides/notesSlide4.xml" Id="Rff7c3a6e574c4b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0e90fe08c5b4df9" /><Relationship Type="http://schemas.openxmlformats.org/officeDocument/2006/relationships/notesSlide" Target="/ppt/notesSlides/notesSlide5.xml" Id="Rddef0b48867a45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6293a9c6c1d4000" /><Relationship Type="http://schemas.openxmlformats.org/officeDocument/2006/relationships/notesSlide" Target="/ppt/notesSlides/notesSlide6.xml" Id="Rd53a2f571fab42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c6fef6aab928412b" /><Relationship Type="http://schemas.openxmlformats.org/officeDocument/2006/relationships/notesSlide" Target="/ppt/notesSlides/notesSlide7.xml" Id="R66346addda28444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oneDNN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Primitives, memory layouts, fusion, and benchdnn evidence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5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this is useful to oneDNN at first glance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Protect the semantic boundary</a:t>
            </a:r>
            <a:r>
              <a:rPr sz="1913">
                <a:solidFill>
                  <a:srgbClr val="000000"/>
                </a:solidFill>
              </a:rPr>
              <a:t> — Agents must state shapes, strides, data types, attributes, layout assumptions, and tolerances before tuning.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Prevent reorder-driven regressions</a:t>
            </a:r>
            <a:r>
              <a:rPr sz="1913">
                <a:solidFill>
                  <a:srgbClr val="000000"/>
                </a:solidFill>
              </a:rPr>
              <a:t> — The skill treats physical layout and reorder placement as part of design, not cleanup.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Make fusion claims testable</a:t>
            </a:r>
            <a:r>
              <a:rPr sz="1913">
                <a:solidFill>
                  <a:srgbClr val="000000"/>
                </a:solidFill>
              </a:rPr>
              <a:t> — Build unfused parity first, then add post-ops or graph fusion and re-check.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Use project-native evidence</a:t>
            </a:r>
            <a:r>
              <a:rPr sz="1913">
                <a:solidFill>
                  <a:srgbClr val="000000"/>
                </a:solidFill>
              </a:rPr>
              <a:t> — benchdnn modes, verbose implementation selection, existing tests, and representative shapes anchor the workflow.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Choose primitives versus graph deliberately</a:t>
            </a:r>
            <a:r>
              <a:rPr sz="1913">
                <a:solidFill>
                  <a:srgbClr val="000000"/>
                </a:solidFill>
              </a:rPr>
              <a:t> — Prefer explicit primitives for isolated control; use graph/fusion only after individual parity.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Construct memory descriptors explicitly</a:t>
            </a:r>
            <a:r>
              <a:rPr sz="1913">
                <a:solidFill>
                  <a:srgbClr val="000000"/>
                </a:solidFill>
              </a:rPr>
              <a:t> — Logical shape is not physical layout; optimized formats require intentional boundaries.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Classify benchdnn failures</a:t>
            </a:r>
            <a:r>
              <a:rPr sz="1913">
                <a:solidFill>
                  <a:srgbClr val="000000"/>
                </a:solidFill>
              </a:rPr>
              <a:t> — Separate create, reference-data, execute, compare, and report phases before editing code.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Gate performance on correctness</a:t>
            </a:r>
            <a:r>
              <a:rPr sz="1913">
                <a:solidFill>
                  <a:srgbClr val="000000"/>
                </a:solidFill>
              </a:rPr>
              <a:t> — Record engine, mode, descriptor, selected implementation, baseline, and measurement environment.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Verify current backend support</a:t>
            </a:r>
            <a:r>
              <a:rPr sz="1913">
                <a:solidFill>
                  <a:srgbClr val="000000"/>
                </a:solidFill>
              </a:rPr>
              <a:t> — No static promise that a primitive or device path exists.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5 implemented, 1 honest gap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Matmul memory descriptors; convolution fusion parity; extra reorder regression; framework blocked layout; benchdnn no-reference-memory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benchdnn-no-ref-memory is sourced from upstream issue #5732 and its accepted repair.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</a:t>
            </a:r>
            <a:r>
              <a:rPr sz="1913">
                <a:solidFill>
                  <a:srgbClr val="000000"/>
                </a:solidFill>
              </a:rPr>
              <a:t> — A real backend-unimplemented-primitive failure on a declared target device.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</a:t>
            </a:r>
            <a:r>
              <a:rPr sz="1913">
                <a:solidFill>
                  <a:srgbClr val="000000"/>
                </a:solidFill>
              </a:rPr>
              <a:t> — The implemented tasks check workflow and repair behavior; they do not qualify every backend or primitive.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oneDNN sources</a:t>
            </a:r>
            <a:r>
              <a:rPr sz="1913">
                <a:solidFill>
                  <a:srgbClr val="000000"/>
                </a:solidFill>
              </a:rPr>
              <a:t> — Project docs, examples, tests, benchdnn behavior, releases, and ownership files.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Failure-shaped scenarios</a:t>
            </a:r>
            <a:r>
              <a:rPr sz="1913">
                <a:solidFill>
                  <a:srgbClr val="000000"/>
                </a:solidFill>
              </a:rPr>
              <a:t> — Layout mismatches, unnecessary reorders, fusion parity, framework boundaries, and harness-mode bugs.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 review standard</a:t>
            </a:r>
            <a:r>
              <a:rPr sz="1913">
                <a:solidFill>
                  <a:srgbClr val="000000"/>
                </a:solidFill>
              </a:rPr>
              <a:t> — Realistic prompts, deterministic correctness checks, limitations, and current-source verification.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Deliberate gaps</a:t>
            </a:r>
            <a:r>
              <a:rPr sz="1913">
                <a:solidFill>
                  <a:srgbClr val="000000"/>
                </a:solidFill>
              </a:rPr>
              <a:t> — Target-dependent support remains planned until a real environment and reproducer exist.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a small surface</a:t>
            </a:r>
            <a:r>
              <a:rPr sz="1913">
                <a:solidFill>
                  <a:srgbClr val="000000"/>
                </a:solidFill>
              </a:rPr>
              <a:t> — SKILL.md, official source ledger, public skill card, eval prompts, and the oneDNN task slice.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Change it through normal PRs</a:t>
            </a:r>
            <a:r>
              <a:rPr sz="1913">
                <a:solidFill>
                  <a:srgbClr val="000000"/>
                </a:solidFill>
              </a:rPr>
              <a:t> — Correct terminology, narrow triggers, add a gotcha, refresh sources, or retire an evaluation.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validators, Harbor execution, dashboards, and hardware-runner contracts stay shared.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Promotion remains project-gated</a:t>
            </a:r>
            <a:r>
              <a:rPr sz="1913">
                <a:solidFill>
                  <a:srgbClr val="000000"/>
                </a:solidFill>
              </a:rPr>
              <a:t> — No reviewed/project-owned label without a maintainer decision and recorded limitations.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scope</a:t>
            </a:r>
            <a:r>
              <a:rPr sz="1913">
                <a:solidFill>
                  <a:srgbClr val="000000"/>
                </a:solidFill>
              </a:rPr>
              <a:t> — Are primitive/graph choices, layout boundaries, fusion, numerics, verbose output, and benchdnn the right first slice?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three things</a:t>
            </a:r>
            <a:r>
              <a:rPr sz="1913">
                <a:solidFill>
                  <a:srgbClr val="000000"/>
                </a:solidFill>
              </a:rPr>
              <a:t> — One trigger, one gotcha, and one unsupported/overstated assumption.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six tasks</a:t>
            </a:r>
            <a:r>
              <a:rPr sz="1913">
                <a:solidFill>
                  <a:srgbClr val="000000"/>
                </a:solidFill>
              </a:rPr>
              <a:t> — Keep, rewrite, or remove each; nominate a better target-device failure if available.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One person or team for release-time or quarterly source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 project-backed skill that gives coding agents the same first-pass discipline maintainers expect.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2026-09-04T13:53:38.9070000Z</dcterms:created>
  <dcterms:modified xsi:type="dcterms:W3CDTF">2026-09-04T13:53:38.9070000Z</dcterms:modified>
</coreProperties>
</file>