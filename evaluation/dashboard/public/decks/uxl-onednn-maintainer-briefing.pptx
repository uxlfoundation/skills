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authors.xml" ContentType="application/vnd.ms-powerpoint.author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9013eebac274a25" /><Relationship Type="http://schemas.openxmlformats.org/officeDocument/2006/relationships/extended-properties" Target="/docProps/app.xml" Id="Rd17bbad235814456" /><Relationship Type="http://schemas.openxmlformats.org/officeDocument/2006/relationships/officeDocument" Target="/ppt/presentation.xml" Id="Rf83c937166ed4a0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6341e50206947a6"/>
    <p:sldMasterId xmlns:r="http://schemas.openxmlformats.org/officeDocument/2006/relationships" id="2147483665" r:id="R766a815c2d284cad"/>
  </p:sldMasterIdLst>
  <p:notesMasterIdLst>
    <p:notesMasterId xmlns:r="http://schemas.openxmlformats.org/officeDocument/2006/relationships" r:id="R94a0621746eb4137"/>
  </p:notesMasterIdLst>
  <p:sldIdLst>
    <p:sldId xmlns:r="http://schemas.openxmlformats.org/officeDocument/2006/relationships" id="256" r:id="R8b625dccf3364c56"/>
    <p:sldId xmlns:r="http://schemas.openxmlformats.org/officeDocument/2006/relationships" id="257" r:id="Rc66a0f10acea433e"/>
    <p:sldId xmlns:r="http://schemas.openxmlformats.org/officeDocument/2006/relationships" id="258" r:id="R49a05d16aca54e8a"/>
    <p:sldId xmlns:r="http://schemas.openxmlformats.org/officeDocument/2006/relationships" id="259" r:id="Rebee00a03e104d70"/>
    <p:sldId xmlns:r="http://schemas.openxmlformats.org/officeDocument/2006/relationships" id="260" r:id="R59697b70a6da492d"/>
    <p:sldId xmlns:r="http://schemas.openxmlformats.org/officeDocument/2006/relationships" id="261" r:id="Rba888a2dd8d84d1a"/>
  </p:sldIdLst>
  <p:sldSz cx="12192000" cy="6858000"/>
  <p:notesSz cx="6858000" cy="9144000"/>
</p:presentation>
</file>

<file path=ppt/authors.xml><?xml version="1.0" encoding="utf-8"?>
<p188:authorLst xmlns:p188="http://schemas.microsoft.com/office/powerpoint/2018/8/main">
  <p188:author id="{88CCCD01-97AC-4357-C424-1E1719E13916}" name="Melonakos, John" userId="S::john.melonakos@intel.com::e4ba5227-81af-4bfc-a6c3-8d16dbd7ef43" providerId="AD"/>
  <p188:author id="{2537F321-FAFC-553E-123C-6049CCA8EBAC}" name="Richards, Alison L" initials="AR" userId="S::alison.l.richards@intel.com::8477381d-98f3-4355-aa8c-c2b33fe71620" providerId="AD"/>
</p188:authorLst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fdbccbfc65d44cd" /><Relationship Type="http://schemas.openxmlformats.org/officeDocument/2006/relationships/slideMaster" Target="/ppt/slideMasters/slideMaster1.xml" Id="R56341e50206947a6" /><Relationship Type="http://schemas.openxmlformats.org/officeDocument/2006/relationships/slideMaster" Target="/ppt/slideMasters/slideMaster2.xml" Id="R766a815c2d284cad" /><Relationship Type="http://schemas.openxmlformats.org/officeDocument/2006/relationships/notesMaster" Target="/ppt/notesMasters/notesMaster1.xml" Id="R94a0621746eb4137" /><Relationship Type="http://schemas.openxmlformats.org/officeDocument/2006/relationships/presProps" Target="/ppt/presProps.xml" Id="Ra68dfadf749949fc" /><Relationship Type="http://schemas.openxmlformats.org/officeDocument/2006/relationships/viewProps" Target="/ppt/viewProps.xml" Id="Refe129097d514a49" /><Relationship Type="http://schemas.openxmlformats.org/officeDocument/2006/relationships/tableStyles" Target="/ppt/tableStyles.xml" Id="Recb09dfc3294447a" /><Relationship Type="http://schemas.microsoft.com/office/2018/10/relationships/authors" Target="/ppt/authors.xml" Id="R76025209706e489c" /><Relationship Type="http://schemas.openxmlformats.org/officeDocument/2006/relationships/slide" Target="/ppt/slides/slide1.xml" Id="R8b625dccf3364c56" /><Relationship Type="http://schemas.openxmlformats.org/officeDocument/2006/relationships/slide" Target="/ppt/slides/slide2.xml" Id="Rc66a0f10acea433e" /><Relationship Type="http://schemas.openxmlformats.org/officeDocument/2006/relationships/slide" Target="/ppt/slides/slide3.xml" Id="R49a05d16aca54e8a" /><Relationship Type="http://schemas.openxmlformats.org/officeDocument/2006/relationships/slide" Target="/ppt/slides/slide4.xml" Id="Rebee00a03e104d70" /><Relationship Type="http://schemas.openxmlformats.org/officeDocument/2006/relationships/slide" Target="/ppt/slides/slide5.xml" Id="R59697b70a6da492d" /><Relationship Type="http://schemas.openxmlformats.org/officeDocument/2006/relationships/slide" Target="/ppt/slides/slide6.xml" Id="Rba888a2dd8d84d1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c10ec1505ed7401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1_UXL Foundation Theme">
  <a:themeElements>
    <a:clrScheme name="Custom 6">
      <a:dk1>
        <a:srgbClr val="000000"/>
      </a:dk1>
      <a:lt1>
        <a:srgbClr val="FFFFFF"/>
      </a:lt1>
      <a:dk2>
        <a:srgbClr val="07083C"/>
      </a:dk2>
      <a:lt2>
        <a:srgbClr val="E7E6E6"/>
      </a:lt2>
      <a:accent1>
        <a:srgbClr val="A003EC"/>
      </a:accent1>
      <a:accent2>
        <a:srgbClr val="1D2F75"/>
      </a:accent2>
      <a:accent3>
        <a:srgbClr val="1D2F75"/>
      </a:accent3>
      <a:accent4>
        <a:srgbClr val="FFC000"/>
      </a:accent4>
      <a:accent5>
        <a:srgbClr val="03C9C6"/>
      </a:accent5>
      <a:accent6>
        <a:srgbClr val="00B0F0"/>
      </a:accent6>
      <a:hlink>
        <a:srgbClr val="0070C0"/>
      </a:hlink>
      <a:folHlink>
        <a:srgbClr val="FF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ustom 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f79f4d6fa244455" /><Relationship Type="http://schemas.openxmlformats.org/officeDocument/2006/relationships/notesMaster" Target="/ppt/notesMasters/notesMaster1.xml" Id="Re2053a71a0f74fd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b6aab8dd1fc4b76" /><Relationship Type="http://schemas.openxmlformats.org/officeDocument/2006/relationships/notesMaster" Target="/ppt/notesMasters/notesMaster1.xml" Id="Rc3bc59a53f4a4b1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b50ea1324e946dc" /><Relationship Type="http://schemas.openxmlformats.org/officeDocument/2006/relationships/notesMaster" Target="/ppt/notesMasters/notesMaster1.xml" Id="R811a8ff22d26490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8ed677c3eac4a88" /><Relationship Type="http://schemas.openxmlformats.org/officeDocument/2006/relationships/notesMaster" Target="/ppt/notesMasters/notesMaster1.xml" Id="Rb934d11ec779469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eea4cbfd13146c4" /><Relationship Type="http://schemas.openxmlformats.org/officeDocument/2006/relationships/notesMaster" Target="/ppt/notesMasters/notesMaster1.xml" Id="R6a45d1e3d8a84ff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05d7aac9a4741e5" /><Relationship Type="http://schemas.openxmlformats.org/officeDocument/2006/relationships/notesMaster" Target="/ppt/notesMasters/notesMaster1.xml" Id="R03653214a6c1408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https://github.com/uxlfoundation/skills/tree/main/skills/uxl-onednn</a:t>
            </a:r>
          </a:p>
          <a:p xmlns:a="http://schemas.openxmlformats.org/drawingml/2006/main">
            <a:r>
              <a:t>- https://github.com/uxlfoundation/skills/blob/main/skill-cards/uxl-onednn.md</a:t>
            </a:r>
          </a:p>
          <a:p xmlns:a="http://schemas.openxmlformats.org/drawingml/2006/main">
            <a:r>
              <a:t>- https://github.com/uxlfoundation/skills/blob/main/docs/maintainer-review/uxl-onednn.md</a:t>
            </a:r>
          </a:p>
          <a:p xmlns:a="http://schemas.openxmlformats.org/drawingml/2006/main">
            <a:r>
              <a:t>- https://github.com/uxlfoundation/skills/blob/main/evaluation/harbor/suites.json</a:t>
            </a:r>
          </a:p>
          <a:p xmlns:a="http://schemas.openxmlformats.org/drawingml/2006/main">
            <a:r>
              <a:t>- https://github.com/uxlfoundation/skills/blob/main/evaluation/harbor/EVALUATOR_POLICY.md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guidance</a:t>
            </a:r>
          </a:p>
          <a:p xmlns:a="http://schemas.openxmlformats.org/drawingml/2006/main">
            <a:r>
              <a:t>Purpose: Introduce the draft oneDNN skill and its current evaluation coverage.</a:t>
            </a:r>
          </a:p>
          <a:p xmlns:a="http://schemas.openxmlformats.org/drawingml/2006/main">
            <a:r>
              <a:t>Explain: The skill helps coding agents reason about primitive and graph selection, memory descriptors and reorders, fusion parity, numeric checks, and benchdnn-based diagnosis.</a:t>
            </a:r>
          </a:p>
          <a:p xmlns:a="http://schemas.openxmlformats.org/drawingml/2006/main">
            <a:r>
              <a:t>Emphasize: This is a UXL-authored starting point awaiting project review, not approved maintainer guidance.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https://github.com/uxlfoundation/skills/tree/main/skills/uxl-onednn</a:t>
            </a:r>
          </a:p>
          <a:p xmlns:a="http://schemas.openxmlformats.org/drawingml/2006/main">
            <a:r>
              <a:t>- https://github.com/uxlfoundation/skills/blob/main/skill-cards/uxl-onednn.md</a:t>
            </a:r>
          </a:p>
          <a:p xmlns:a="http://schemas.openxmlformats.org/drawingml/2006/main">
            <a:r>
              <a:t>- https://github.com/uxlfoundation/skills/blob/main/docs/maintainer-review/uxl-onednn.md</a:t>
            </a:r>
          </a:p>
          <a:p xmlns:a="http://schemas.openxmlformats.org/drawingml/2006/main">
            <a:r>
              <a:t>- https://github.com/uxlfoundation/skills/blob/main/evaluation/harbor/suites.json</a:t>
            </a:r>
          </a:p>
          <a:p xmlns:a="http://schemas.openxmlformats.org/drawingml/2006/main">
            <a:r>
              <a:t>- https://github.com/uxlfoundation/skills/blob/main/evaluation/harbor/EVALUATOR_POLICY.md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guidance</a:t>
            </a:r>
          </a:p>
          <a:p xmlns:a="http://schemas.openxmlformats.org/drawingml/2006/main">
            <a:r>
              <a:t>Purpose: Walk through the behavior the skill asks an agent to follow today.</a:t>
            </a:r>
          </a:p>
          <a:p xmlns:a="http://schemas.openxmlformats.org/drawingml/2006/main">
            <a:r>
              <a:t>Explain: The intended sequence is to start from operation semantics, make layouts explicit, compare primitive and graph paths, isolate reorder cost, and finish with a reproducible correctness check.</a:t>
            </a:r>
          </a:p>
          <a:p xmlns:a="http://schemas.openxmlformats.org/drawingml/2006/main">
            <a:r>
              <a:t>Emphasize: A useful answer ends with reproducible evidence and a clear failure classification, not a plausible-looking command alone.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https://github.com/uxlfoundation/skills/tree/main/skills/uxl-onednn</a:t>
            </a:r>
          </a:p>
          <a:p xmlns:a="http://schemas.openxmlformats.org/drawingml/2006/main">
            <a:r>
              <a:t>- https://github.com/uxlfoundation/skills/blob/main/skill-cards/uxl-onednn.md</a:t>
            </a:r>
          </a:p>
          <a:p xmlns:a="http://schemas.openxmlformats.org/drawingml/2006/main">
            <a:r>
              <a:t>- https://github.com/uxlfoundation/skills/blob/main/docs/maintainer-review/uxl-onednn.md</a:t>
            </a:r>
          </a:p>
          <a:p xmlns:a="http://schemas.openxmlformats.org/drawingml/2006/main">
            <a:r>
              <a:t>- https://github.com/uxlfoundation/skills/blob/main/evaluation/harbor/suites.json</a:t>
            </a:r>
          </a:p>
          <a:p xmlns:a="http://schemas.openxmlformats.org/drawingml/2006/main">
            <a:r>
              <a:t>- https://github.com/uxlfoundation/skills/blob/main/evaluation/harbor/EVALUATOR_POLICY.md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guidance</a:t>
            </a:r>
          </a:p>
          <a:p xmlns:a="http://schemas.openxmlformats.org/drawingml/2006/main">
            <a:r>
              <a:t>Purpose: Separate evaluation inventory from evidence that the skill improves outcomes.</a:t>
            </a:r>
          </a:p>
          <a:p xmlns:a="http://schemas.openxmlformats.org/drawingml/2006/main">
            <a:r>
              <a:t>Explain: 5 of 6 evaluation tasks are implemented; five runnable scenarios cover core integration risks; the remaining framework/regression scenario needs a more authentic fixture.</a:t>
            </a:r>
          </a:p>
          <a:p xmlns:a="http://schemas.openxmlformats.org/drawingml/2006/main">
            <a:r>
              <a:t>Emphasize: Implemented means the task can run. It does not mean the task passes, discriminates between treatments, or supports a promotion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https://github.com/uxlfoundation/skills/tree/main/skills/uxl-onednn</a:t>
            </a:r>
          </a:p>
          <a:p xmlns:a="http://schemas.openxmlformats.org/drawingml/2006/main">
            <a:r>
              <a:t>- https://github.com/uxlfoundation/skills/blob/main/skill-cards/uxl-onednn.md</a:t>
            </a:r>
          </a:p>
          <a:p xmlns:a="http://schemas.openxmlformats.org/drawingml/2006/main">
            <a:r>
              <a:t>- https://github.com/uxlfoundation/skills/blob/main/docs/maintainer-review/uxl-onednn.md</a:t>
            </a:r>
          </a:p>
          <a:p xmlns:a="http://schemas.openxmlformats.org/drawingml/2006/main">
            <a:r>
              <a:t>- https://github.com/uxlfoundation/skills/blob/main/evaluation/harbor/suites.json</a:t>
            </a:r>
          </a:p>
          <a:p xmlns:a="http://schemas.openxmlformats.org/drawingml/2006/main">
            <a:r>
              <a:t>- https://github.com/uxlfoundation/skills/blob/main/evaluation/harbor/EVALUATOR_POLICY.md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guidance</a:t>
            </a:r>
          </a:p>
          <a:p xmlns:a="http://schemas.openxmlformats.org/drawingml/2006/main">
            <a:r>
              <a:t>Purpose: Show how the draft guidance and task set were selected.</a:t>
            </a:r>
          </a:p>
          <a:p xmlns:a="http://schemas.openxmlformats.org/drawingml/2006/main">
            <a:r>
              <a:t>Explain: The starting material comes from official oneDNN documentation, examples, tests, and recurring descriptor, reorder, fusion, scratchpad, and blocked-layout failure boundaries.</a:t>
            </a:r>
          </a:p>
          <a:p xmlns:a="http://schemas.openxmlformats.org/drawingml/2006/main">
            <a:r>
              <a:t>Emphasize: Maintainers should correct, remove, or replace anything that does not reflect current project practice.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https://github.com/uxlfoundation/skills/tree/main/skills/uxl-onednn</a:t>
            </a:r>
          </a:p>
          <a:p xmlns:a="http://schemas.openxmlformats.org/drawingml/2006/main">
            <a:r>
              <a:t>- https://github.com/uxlfoundation/skills/blob/main/skill-cards/uxl-onednn.md</a:t>
            </a:r>
          </a:p>
          <a:p xmlns:a="http://schemas.openxmlformats.org/drawingml/2006/main">
            <a:r>
              <a:t>- https://github.com/uxlfoundation/skills/blob/main/docs/maintainer-review/uxl-onednn.md</a:t>
            </a:r>
          </a:p>
          <a:p xmlns:a="http://schemas.openxmlformats.org/drawingml/2006/main">
            <a:r>
              <a:t>- https://github.com/uxlfoundation/skills/blob/main/evaluation/harbor/suites.json</a:t>
            </a:r>
          </a:p>
          <a:p xmlns:a="http://schemas.openxmlformats.org/drawingml/2006/main">
            <a:r>
              <a:t>- https://github.com/uxlfoundation/skills/blob/main/evaluation/harbor/EVALUATOR_POLICY.md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guidance</a:t>
            </a:r>
          </a:p>
          <a:p xmlns:a="http://schemas.openxmlformats.org/drawingml/2006/main">
            <a:r>
              <a:t>Purpose: Clarify the proposed ownership boundary.</a:t>
            </a:r>
          </a:p>
          <a:p xmlns:a="http://schemas.openxmlformats.org/drawingml/2006/main">
            <a:r>
              <a:t>Explain: oneDNN maintainers own triggers, API truth, source freshness, limitations, and authentic cases; UXL maintains the catalog, Harbor integration, comparison design, and dashboard.</a:t>
            </a:r>
          </a:p>
          <a:p xmlns:a="http://schemas.openxmlformats.org/drawingml/2006/main">
            <a:r>
              <a:t>Emphasize: The skill cannot move beyond its incubating state without named project 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https://github.com/uxlfoundation/skills/tree/main/skills/uxl-onednn</a:t>
            </a:r>
          </a:p>
          <a:p xmlns:a="http://schemas.openxmlformats.org/drawingml/2006/main">
            <a:r>
              <a:t>- https://github.com/uxlfoundation/skills/blob/main/skill-cards/uxl-onednn.md</a:t>
            </a:r>
          </a:p>
          <a:p xmlns:a="http://schemas.openxmlformats.org/drawingml/2006/main">
            <a:r>
              <a:t>- https://github.com/uxlfoundation/skills/blob/main/docs/maintainer-review/uxl-onednn.md</a:t>
            </a:r>
          </a:p>
          <a:p xmlns:a="http://schemas.openxmlformats.org/drawingml/2006/main">
            <a:r>
              <a:t>- https://github.com/uxlfoundation/skills/blob/main/evaluation/harbor/suites.json</a:t>
            </a:r>
          </a:p>
          <a:p xmlns:a="http://schemas.openxmlformats.org/drawingml/2006/main">
            <a:r>
              <a:t>- https://github.com/uxlfoundation/skills/blob/main/evaluation/harbor/EVALUATOR_POLICY.md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guidance</a:t>
            </a:r>
          </a:p>
          <a:p xmlns:a="http://schemas.openxmlformats.org/drawingml/2006/main">
            <a:r>
              <a:t>Purpose: End with a small, concrete review request.</a:t>
            </a:r>
          </a:p>
          <a:p xmlns:a="http://schemas.openxmlformats.org/drawingml/2006/main">
            <a:r>
              <a:t>Explain: Ask maintainers to check the trigger and technical guidance, judge the task inventory, and name a reviewer or owner.</a:t>
            </a:r>
          </a:p>
          <a:p xmlns:a="http://schemas.openxmlformats.org/drawingml/2006/main">
            <a:r>
              <a:t>Emphasize: The desired output is specific corrections and realistic cases, not blanket endorsement of the draft.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decfc9e44a4e0b" /><Relationship Type="http://schemas.openxmlformats.org/officeDocument/2006/relationships/image" Target="/ppt/media/image2.png" Id="R7336b8ea9e694981" /><Relationship Type="http://schemas.openxmlformats.org/officeDocument/2006/relationships/image" Target="/ppt/media/image3.png" Id="Ree1b88a16ad640b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68019fa6be476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fbe8d1da274abd" /><Relationship Type="http://schemas.openxmlformats.org/officeDocument/2006/relationships/image" Target="/ppt/media/image4.png" Id="R3e5d83d3f40645ed" /><Relationship Type="http://schemas.openxmlformats.org/officeDocument/2006/relationships/image" Target="/ppt/media/image.png" Id="Re5fbaa2d010749f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c80c9107c84d4b" /><Relationship Type="http://schemas.openxmlformats.org/officeDocument/2006/relationships/image" Target="/ppt/media/image5.png" Id="Raf925bca109a4a23" /><Relationship Type="http://schemas.openxmlformats.org/officeDocument/2006/relationships/image" Target="/ppt/media/image.png" Id="R74e165463ba84cd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49c75cb1ec4632" /><Relationship Type="http://schemas.openxmlformats.org/officeDocument/2006/relationships/image" Target="/ppt/media/image6.png" Id="R7912d438cf7f4801" /><Relationship Type="http://schemas.openxmlformats.org/officeDocument/2006/relationships/image" Target="/ppt/media/image.png" Id="R512fc58dfe04433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1fb21caf874f73" /><Relationship Type="http://schemas.openxmlformats.org/officeDocument/2006/relationships/image" Target="/ppt/media/image3.png" Id="R4f343771b04d48de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a8664872a74243" /><Relationship Type="http://schemas.openxmlformats.org/officeDocument/2006/relationships/image" Target="/ppt/media/image7.png" Id="Rb5be2cdb807d434a" /><Relationship Type="http://schemas.openxmlformats.org/officeDocument/2006/relationships/image" Target="/ppt/media/image8.png" Id="R98a3942fa74e43e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5770052b974fd7" /><Relationship Type="http://schemas.openxmlformats.org/officeDocument/2006/relationships/image" Target="/ppt/media/image9.png" Id="R548943a6942d40b3" /><Relationship Type="http://schemas.openxmlformats.org/officeDocument/2006/relationships/image" Target="/ppt/media/image3.png" Id="R8c6de15869384ecb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c8dd316fa34524" /><Relationship Type="http://schemas.openxmlformats.org/officeDocument/2006/relationships/image" Target="/ppt/media/image10.png" Id="R8d42e4541d454e8c" /><Relationship Type="http://schemas.openxmlformats.org/officeDocument/2006/relationships/image" Target="/ppt/media/image.png" Id="Rf8d129d45929422c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0feed1223b4cdf" /><Relationship Type="http://schemas.openxmlformats.org/officeDocument/2006/relationships/image" Target="/ppt/media/image11.png" Id="Rfbbd1ac5e44b49d0" /><Relationship Type="http://schemas.openxmlformats.org/officeDocument/2006/relationships/image" Target="/ppt/media/image3.png" Id="R939c3d2398084e48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082b20944e436b" /><Relationship Type="http://schemas.openxmlformats.org/officeDocument/2006/relationships/image" Target="/ppt/media/image3.png" Id="Rfca8bfeb675b44e7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53a49bf9f84bb1" /><Relationship Type="http://schemas.openxmlformats.org/officeDocument/2006/relationships/image" Target="/ppt/media/image12.png" Id="R05b9e5e1486a42d8" /><Relationship Type="http://schemas.openxmlformats.org/officeDocument/2006/relationships/image" Target="/ppt/media/image.png" Id="R34982eda8f3f4ff1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3bd00e40ee45cc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59b0b1685b478d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f9519c722b4b8b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e48b02ded5474e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c47f583a53b4621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c6eca81a2794198" /><Relationship Type="http://schemas.openxmlformats.org/officeDocument/2006/relationships/image" Target="/ppt/media/image8.png" Id="R5cc22b34e4bc4ee4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609c8626c6e4014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d89c62f95cc4b24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9654ecd8c4b4bd8" /><Relationship Type="http://schemas.openxmlformats.org/officeDocument/2006/relationships/image" Target="/ppt/media/image13.png" Id="Rd08eab71c046452a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dad56dc31f04008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e327897bec74e19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92562c84e6d4a24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0c1001c42b04481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aa3e0a907ff4bdb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f80a0b318524550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a5cb406f4c047ed" /></Relationships>
</file>

<file path=ppt/slideLayouts/_rels/slideLayout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cf79be6fe1545a4" /></Relationships>
</file>

<file path=ppt/slideLayouts/slideLayout1.xml><?xml version="1.0" encoding="utf-8"?>
<p:sldLayout xmlns:p="http://schemas.openxmlformats.org/presentationml/2006/main" matchingName="Thank You">
  <p:cSld name="Thank You">
    <p:bg>
      <p:bgPr>
        <a:blipFill xmlns:a="http://schemas.openxmlformats.org/drawingml/2006/main">
          <a:blip xmlns:r="http://schemas.openxmlformats.org/officeDocument/2006/relationships" r:embed="R7336b8ea9e694981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Google Shape;11;p2">
            <a:extLst xmlns:a="http://schemas.openxmlformats.org/drawingml/2006/main">
              <a:ext uri="{FF2B5EF4-FFF2-40B4-BE49-F238E27FC236}">
                <a16:creationId xmlns:a16="http://schemas.microsoft.com/office/drawing/2014/main" id="{0184EF6B-B731-4A4B-9F88-2D09CF561BD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05419" y="4732144"/>
            <a:ext cx="7202700" cy="55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  <a:latin typeface="Lato Light"/>
                <a:ea typeface="Lato Light"/>
                <a:cs typeface="Lato Light"/>
              </a:defRPr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12" name="Google Shape;12;p2">
            <a:extLst xmlns:a="http://schemas.openxmlformats.org/drawingml/2006/main">
              <a:ext uri="{FF2B5EF4-FFF2-40B4-BE49-F238E27FC236}">
                <a16:creationId xmlns:a16="http://schemas.microsoft.com/office/drawing/2014/main" id="{28C60AC1-D1F9-4302-85E1-9F96EFE042D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4720" y="2125856"/>
            <a:ext cx="7202700" cy="248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0"/>
              <a:buNone/>
              <a:defRPr sz="9000">
                <a:solidFill>
                  <a:schemeClr val="lt1"/>
                </a:solidFill>
                <a:latin typeface="Lato Black"/>
                <a:ea typeface="Lato Black"/>
                <a:cs typeface="Lato Black"/>
              </a:defRPr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pic>
        <p:nvPicPr>
          <p:cNvPr id="16" name="Google Shape;13;p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e1b88a16ad640b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403954" y="5416550"/>
            <a:ext cx="2167333" cy="80644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2.xml><?xml version="1.0" encoding="utf-8"?>
<p:sldLayout xmlns:p="http://schemas.openxmlformats.org/presentationml/2006/main" matchingNam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Google Shape;15;p3">
            <a:extLst xmlns:a="http://schemas.openxmlformats.org/drawingml/2006/main">
              <a:ext uri="{FF2B5EF4-FFF2-40B4-BE49-F238E27FC236}">
                <a16:creationId xmlns:a16="http://schemas.microsoft.com/office/drawing/2014/main" id="{7466F925-C761-4FC6-8010-24310917A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3934" y="6464808"/>
            <a:ext cx="438000" cy="18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sz="8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rPr>
              <a:t>‹#›</a:t>
            </a:fld>
            <a:endParaRPr sz="800" b="0" i="0" u="none" cap="none">
              <a:solidFill>
                <a:schemeClr val="dk2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Title">
  <p:cSld name="Title">
    <p:bg>
      <p:bgPr>
        <a:blipFill xmlns:a="http://schemas.openxmlformats.org/drawingml/2006/main">
          <a:blip xmlns:r="http://schemas.openxmlformats.org/officeDocument/2006/relationships" r:embed="R3e5d83d3f40645ed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oogle Shape;17;p4">
            <a:extLst xmlns:a="http://schemas.openxmlformats.org/drawingml/2006/main">
              <a:ext uri="{FF2B5EF4-FFF2-40B4-BE49-F238E27FC236}">
                <a16:creationId xmlns:a16="http://schemas.microsoft.com/office/drawing/2014/main" id="{3D9B31CA-9F7C-444B-9127-2211184E041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05419" y="4732144"/>
            <a:ext cx="7202700" cy="55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  <a:latin typeface="Lato Light"/>
                <a:ea typeface="Lato Light"/>
                <a:cs typeface="Lato Light"/>
              </a:defRPr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18" name="Google Shape;18;p4">
            <a:extLst xmlns:a="http://schemas.openxmlformats.org/drawingml/2006/main">
              <a:ext uri="{FF2B5EF4-FFF2-40B4-BE49-F238E27FC236}">
                <a16:creationId xmlns:a16="http://schemas.microsoft.com/office/drawing/2014/main" id="{376250E8-C76D-4246-9E57-8E9A0B9C982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4720" y="2125856"/>
            <a:ext cx="7202700" cy="248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0"/>
              <a:buNone/>
              <a:defRPr sz="9000">
                <a:solidFill>
                  <a:schemeClr val="lt1"/>
                </a:solidFill>
                <a:latin typeface="Lato Black"/>
                <a:ea typeface="Lato Black"/>
                <a:cs typeface="Lato Black"/>
              </a:defRPr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pic>
        <p:nvPicPr>
          <p:cNvPr id="22" name="Google Shape;19;p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5fbaa2d010749f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403954" y="5416550"/>
            <a:ext cx="2167333" cy="806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4.xml><?xml version="1.0" encoding="utf-8"?>
<p:sldLayout xmlns:p="http://schemas.openxmlformats.org/presentationml/2006/main" matchingName="Image + Content">
  <p:cSld name="Image + Content">
    <p:bg>
      <p:bgPr>
        <a:blipFill xmlns:a="http://schemas.openxmlformats.org/drawingml/2006/main">
          <a:blip xmlns:r="http://schemas.openxmlformats.org/officeDocument/2006/relationships" r:embed="Raf925bca109a4a23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oogle Shape;21;p5">
            <a:extLst xmlns:a="http://schemas.openxmlformats.org/drawingml/2006/main">
              <a:ext uri="{FF2B5EF4-FFF2-40B4-BE49-F238E27FC236}">
                <a16:creationId xmlns:a16="http://schemas.microsoft.com/office/drawing/2014/main" id="{12541317-D5ED-472D-B8CE-B6AA613A28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81849" y="1587501"/>
            <a:ext cx="4398900" cy="157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22" name="Google Shape;22;p5">
            <a:extLst xmlns:a="http://schemas.openxmlformats.org/drawingml/2006/main">
              <a:ext uri="{FF2B5EF4-FFF2-40B4-BE49-F238E27FC236}">
                <a16:creationId xmlns:a16="http://schemas.microsoft.com/office/drawing/2014/main" id="{9190C952-D221-4914-8650-572F1686F18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3" name="Google Shape;23;p5">
            <a:extLst xmlns:a="http://schemas.openxmlformats.org/drawingml/2006/main">
              <a:ext uri="{FF2B5EF4-FFF2-40B4-BE49-F238E27FC236}">
                <a16:creationId xmlns:a16="http://schemas.microsoft.com/office/drawing/2014/main" id="{F20D38E1-4995-4EAA-8F8C-3294AB048EA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pic>
        <p:nvPicPr>
          <p:cNvPr id="32" name="Google Shape;24;p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4e165463ba84cd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099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5" name="Google Shape;25;p5">
            <a:extLst xmlns:a="http://schemas.openxmlformats.org/drawingml/2006/main">
              <a:ext uri="{FF2B5EF4-FFF2-40B4-BE49-F238E27FC236}">
                <a16:creationId xmlns:a16="http://schemas.microsoft.com/office/drawing/2014/main" id="{05523224-8360-4F16-AAAF-B059321594B5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704850" y="1587500"/>
            <a:ext cx="6261000" cy="351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26" name="Google Shape;26;p5">
            <a:extLst xmlns:a="http://schemas.openxmlformats.org/drawingml/2006/main">
              <a:ext uri="{FF2B5EF4-FFF2-40B4-BE49-F238E27FC236}">
                <a16:creationId xmlns:a16="http://schemas.microsoft.com/office/drawing/2014/main" id="{CF836F05-C5B5-4796-93DB-5CB33F4A75C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81850" y="3710800"/>
            <a:ext cx="4398900" cy="111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27" name="Google Shape;27;p5">
            <a:extLst xmlns:a="http://schemas.openxmlformats.org/drawingml/2006/main">
              <a:ext uri="{FF2B5EF4-FFF2-40B4-BE49-F238E27FC236}">
                <a16:creationId xmlns:a16="http://schemas.microsoft.com/office/drawing/2014/main" id="{A10314F0-0E71-4DF7-92FD-7915A0C49A6A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7181849" y="3389821"/>
            <a:ext cx="4398900" cy="30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Lato Black"/>
                <a:ea typeface="Lato Black"/>
                <a:cs typeface="Lato Black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3 Column">
  <p:cSld name="3 Column">
    <p:bg>
      <p:bgPr>
        <a:blipFill xmlns:a="http://schemas.openxmlformats.org/drawingml/2006/main">
          <a:blip xmlns:r="http://schemas.openxmlformats.org/officeDocument/2006/relationships" r:embed="R7912d438cf7f4801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oogle Shape;29;p6">
            <a:extLst xmlns:a="http://schemas.openxmlformats.org/drawingml/2006/main">
              <a:ext uri="{FF2B5EF4-FFF2-40B4-BE49-F238E27FC236}">
                <a16:creationId xmlns:a16="http://schemas.microsoft.com/office/drawing/2014/main" id="{2C286BA0-2848-4CB0-B8ED-B05F127D36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7" y="508000"/>
            <a:ext cx="10969200" cy="88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0" name="Google Shape;30;p6">
            <a:extLst xmlns:a="http://schemas.openxmlformats.org/drawingml/2006/main">
              <a:ext uri="{FF2B5EF4-FFF2-40B4-BE49-F238E27FC236}">
                <a16:creationId xmlns:a16="http://schemas.microsoft.com/office/drawing/2014/main" id="{F6320788-2A26-49DF-9E82-7E29296488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1" name="Google Shape;31;p6">
            <a:extLst xmlns:a="http://schemas.openxmlformats.org/drawingml/2006/main">
              <a:ext uri="{FF2B5EF4-FFF2-40B4-BE49-F238E27FC236}">
                <a16:creationId xmlns:a16="http://schemas.microsoft.com/office/drawing/2014/main" id="{11A6D741-194B-4E61-8577-A979D29FDD3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pic>
        <p:nvPicPr>
          <p:cNvPr id="47" name="Google Shape;32;p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12fc58dfe04433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099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3" name="Google Shape;33;p6">
            <a:extLst xmlns:a="http://schemas.openxmlformats.org/drawingml/2006/main">
              <a:ext uri="{FF2B5EF4-FFF2-40B4-BE49-F238E27FC236}">
                <a16:creationId xmlns:a16="http://schemas.microsoft.com/office/drawing/2014/main" id="{7414E324-EE01-4806-BE03-D154DB84BC6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11356" y="1416050"/>
            <a:ext cx="10969200" cy="49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003ED"/>
              </a:buClr>
              <a:buSzPts val="2800"/>
              <a:buNone/>
              <a:defRPr sz="2800">
                <a:solidFill>
                  <a:srgbClr val="A003ED"/>
                </a:solidFill>
                <a:latin typeface="Lato Light"/>
                <a:ea typeface="Lato Light"/>
                <a:cs typeface="Lato Light"/>
              </a:defRPr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34" name="Google Shape;34;p6">
            <a:extLst xmlns:a="http://schemas.openxmlformats.org/drawingml/2006/main">
              <a:ext uri="{FF2B5EF4-FFF2-40B4-BE49-F238E27FC236}">
                <a16:creationId xmlns:a16="http://schemas.microsoft.com/office/drawing/2014/main" id="{8C311D82-E09E-43AB-9374-6B4F2D19E7C0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711200" y="2305050"/>
            <a:ext cx="3441600" cy="193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35" name="Google Shape;35;p6">
            <a:extLst xmlns:a="http://schemas.openxmlformats.org/drawingml/2006/main">
              <a:ext uri="{FF2B5EF4-FFF2-40B4-BE49-F238E27FC236}">
                <a16:creationId xmlns:a16="http://schemas.microsoft.com/office/drawing/2014/main" id="{A411423D-D01F-4137-BDD1-DB8A0750A98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711200" y="4368800"/>
            <a:ext cx="344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Lato Black"/>
                <a:ea typeface="Lato Black"/>
                <a:cs typeface="Lato Black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36" name="Google Shape;36;p6">
            <a:extLst xmlns:a="http://schemas.openxmlformats.org/drawingml/2006/main">
              <a:ext uri="{FF2B5EF4-FFF2-40B4-BE49-F238E27FC236}">
                <a16:creationId xmlns:a16="http://schemas.microsoft.com/office/drawing/2014/main" id="{E2B28271-833A-4332-B02E-8FF04ECB6F50}"/>
              </a:ext>
            </a:extLst>
          </p:cNvPr>
          <p:cNvSpPr>
            <a:spLocks xmlns:a="http://schemas.openxmlformats.org/drawingml/2006/main" noGrp="1"/>
          </p:cNvSpPr>
          <p:nvPr>
            <p:ph type="pic" idx="4"/>
          </p:nvPr>
        </p:nvSpPr>
        <p:spPr>
          <a:xfrm xmlns:a="http://schemas.openxmlformats.org/drawingml/2006/main">
            <a:off x="4375150" y="2305050"/>
            <a:ext cx="3441600" cy="193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37" name="Google Shape;37;p6">
            <a:extLst xmlns:a="http://schemas.openxmlformats.org/drawingml/2006/main">
              <a:ext uri="{FF2B5EF4-FFF2-40B4-BE49-F238E27FC236}">
                <a16:creationId xmlns:a16="http://schemas.microsoft.com/office/drawing/2014/main" id="{A3C93514-097B-4A5A-95A0-FC68BBDBB3DD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4375150" y="4368800"/>
            <a:ext cx="344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Lato Black"/>
                <a:ea typeface="Lato Black"/>
                <a:cs typeface="Lato Black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38" name="Google Shape;38;p6">
            <a:extLst xmlns:a="http://schemas.openxmlformats.org/drawingml/2006/main">
              <a:ext uri="{FF2B5EF4-FFF2-40B4-BE49-F238E27FC236}">
                <a16:creationId xmlns:a16="http://schemas.microsoft.com/office/drawing/2014/main" id="{F9423233-66B7-4237-A4DC-6DD823F409C2}"/>
              </a:ext>
            </a:extLst>
          </p:cNvPr>
          <p:cNvSpPr>
            <a:spLocks xmlns:a="http://schemas.openxmlformats.org/drawingml/2006/main" noGrp="1"/>
          </p:cNvSpPr>
          <p:nvPr>
            <p:ph type="pic" idx="6"/>
          </p:nvPr>
        </p:nvSpPr>
        <p:spPr>
          <a:xfrm xmlns:a="http://schemas.openxmlformats.org/drawingml/2006/main">
            <a:off x="8039100" y="2305050"/>
            <a:ext cx="3441600" cy="193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39" name="Google Shape;39;p6">
            <a:extLst xmlns:a="http://schemas.openxmlformats.org/drawingml/2006/main">
              <a:ext uri="{FF2B5EF4-FFF2-40B4-BE49-F238E27FC236}">
                <a16:creationId xmlns:a16="http://schemas.microsoft.com/office/drawing/2014/main" id="{A6AD0949-6711-4A41-A8D9-45F443C3F29D}"/>
              </a:ext>
            </a:extLst>
          </p:cNvPr>
          <p:cNvSpPr>
            <a:spLocks xmlns:a="http://schemas.openxmlformats.org/drawingml/2006/main" noGrp="1"/>
          </p:cNvSpPr>
          <p:nvPr>
            <p:ph type="body" idx="7"/>
          </p:nvPr>
        </p:nvSpPr>
        <p:spPr>
          <a:xfrm xmlns:a="http://schemas.openxmlformats.org/drawingml/2006/main">
            <a:off x="8039100" y="4368800"/>
            <a:ext cx="344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Lato Black"/>
                <a:ea typeface="Lato Black"/>
                <a:cs typeface="Lato Black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0" name="Google Shape;40;p6">
            <a:extLst xmlns:a="http://schemas.openxmlformats.org/drawingml/2006/main">
              <a:ext uri="{FF2B5EF4-FFF2-40B4-BE49-F238E27FC236}">
                <a16:creationId xmlns:a16="http://schemas.microsoft.com/office/drawing/2014/main" id="{16E9E978-A1D5-4200-AD3B-95A7B807FA11}"/>
              </a:ext>
            </a:extLst>
          </p:cNvPr>
          <p:cNvSpPr>
            <a:spLocks xmlns:a="http://schemas.openxmlformats.org/drawingml/2006/main" noGrp="1"/>
          </p:cNvSpPr>
          <p:nvPr>
            <p:ph type="body" idx="8"/>
          </p:nvPr>
        </p:nvSpPr>
        <p:spPr>
          <a:xfrm xmlns:a="http://schemas.openxmlformats.org/drawingml/2006/main">
            <a:off x="711201" y="4682068"/>
            <a:ext cx="3441600" cy="111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1" name="Google Shape;41;p6">
            <a:extLst xmlns:a="http://schemas.openxmlformats.org/drawingml/2006/main">
              <a:ext uri="{FF2B5EF4-FFF2-40B4-BE49-F238E27FC236}">
                <a16:creationId xmlns:a16="http://schemas.microsoft.com/office/drawing/2014/main" id="{1A2B1B51-2FF6-453C-8AB5-209BF78D5280}"/>
              </a:ext>
            </a:extLst>
          </p:cNvPr>
          <p:cNvSpPr>
            <a:spLocks xmlns:a="http://schemas.openxmlformats.org/drawingml/2006/main" noGrp="1"/>
          </p:cNvSpPr>
          <p:nvPr>
            <p:ph type="body" idx="9"/>
          </p:nvPr>
        </p:nvSpPr>
        <p:spPr>
          <a:xfrm xmlns:a="http://schemas.openxmlformats.org/drawingml/2006/main">
            <a:off x="4375150" y="4690536"/>
            <a:ext cx="3441600" cy="111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2" name="Google Shape;42;p6">
            <a:extLst xmlns:a="http://schemas.openxmlformats.org/drawingml/2006/main">
              <a:ext uri="{FF2B5EF4-FFF2-40B4-BE49-F238E27FC236}">
                <a16:creationId xmlns:a16="http://schemas.microsoft.com/office/drawing/2014/main" id="{EF039A03-0470-4A10-B410-461214EB077A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8039099" y="4690536"/>
            <a:ext cx="3441600" cy="111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Content + Image">
  <p:cSld name="Content + Image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Google Shape;44;p7">
            <a:extLst xmlns:a="http://schemas.openxmlformats.org/drawingml/2006/main">
              <a:ext uri="{FF2B5EF4-FFF2-40B4-BE49-F238E27FC236}">
                <a16:creationId xmlns:a16="http://schemas.microsoft.com/office/drawing/2014/main" id="{D41415B6-08AC-40A0-9070-C42B3700ECE4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6878056" y="0"/>
            <a:ext cx="5313900" cy="685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45" name="Google Shape;45;p7">
            <a:extLst xmlns:a="http://schemas.openxmlformats.org/drawingml/2006/main">
              <a:ext uri="{FF2B5EF4-FFF2-40B4-BE49-F238E27FC236}">
                <a16:creationId xmlns:a16="http://schemas.microsoft.com/office/drawing/2014/main" id="{330DAE41-4F44-4D1C-B757-7DCD758C22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7" y="254352"/>
            <a:ext cx="6678300" cy="187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46" name="Google Shape;46;p7">
            <a:extLst xmlns:a="http://schemas.openxmlformats.org/drawingml/2006/main">
              <a:ext uri="{FF2B5EF4-FFF2-40B4-BE49-F238E27FC236}">
                <a16:creationId xmlns:a16="http://schemas.microsoft.com/office/drawing/2014/main" id="{CE89233E-20D6-4BD2-A4E7-63280A33F67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7" name="Google Shape;47;p7">
            <a:extLst xmlns:a="http://schemas.openxmlformats.org/drawingml/2006/main">
              <a:ext uri="{FF2B5EF4-FFF2-40B4-BE49-F238E27FC236}">
                <a16:creationId xmlns:a16="http://schemas.microsoft.com/office/drawing/2014/main" id="{E809BA7D-A9D3-44E6-89B3-540F4CB6CA3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48" name="Google Shape;48;p7">
            <a:extLst xmlns:a="http://schemas.openxmlformats.org/drawingml/2006/main">
              <a:ext uri="{FF2B5EF4-FFF2-40B4-BE49-F238E27FC236}">
                <a16:creationId xmlns:a16="http://schemas.microsoft.com/office/drawing/2014/main" id="{373C680B-ECF1-4575-99A9-AF9C9FA0E3B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11356" y="2070101"/>
            <a:ext cx="6678300" cy="49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003ED"/>
              </a:buClr>
              <a:buSzPts val="2800"/>
              <a:buNone/>
              <a:defRPr sz="2800">
                <a:solidFill>
                  <a:srgbClr val="A003ED"/>
                </a:solidFill>
                <a:latin typeface="Lato Light"/>
                <a:ea typeface="Lato Light"/>
                <a:cs typeface="Lato Light"/>
              </a:defRPr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9" name="Google Shape;49;p7">
            <a:extLst xmlns:a="http://schemas.openxmlformats.org/drawingml/2006/main">
              <a:ext uri="{FF2B5EF4-FFF2-40B4-BE49-F238E27FC236}">
                <a16:creationId xmlns:a16="http://schemas.microsoft.com/office/drawing/2014/main" id="{268527F6-7420-4027-BE03-277926BAF103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1188" y="3098800"/>
            <a:ext cx="5783400" cy="260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0" name="Google Shape;50;p7">
            <a:extLst xmlns:a="http://schemas.openxmlformats.org/drawingml/2006/main">
              <a:ext uri="{FF2B5EF4-FFF2-40B4-BE49-F238E27FC236}">
                <a16:creationId xmlns:a16="http://schemas.microsoft.com/office/drawing/2014/main" id="{2372ACFA-DA83-4B93-9A90-C5F7F1E76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10985800" y="5429098"/>
            <a:ext cx="558300" cy="1854300"/>
          </a:xfrm>
          <a:prstGeom xmlns:a="http://schemas.openxmlformats.org/drawingml/2006/main" prst="round2SameRect">
            <a:avLst>
              <a:gd name="adj1" fmla="val 18155"/>
              <a:gd name="adj2" fmla="val 0"/>
            </a:avLst>
          </a:prstGeom>
          <a:gradFill xmlns:a="http://schemas.openxmlformats.org/drawingml/2006/main">
            <a:gsLst>
              <a:gs pos="0">
                <a:srgbClr val="A003ED"/>
              </a:gs>
              <a:gs pos="100000">
                <a:srgbClr val="1E2F76"/>
              </a:gs>
            </a:gsLst>
            <a:lin ang="5400012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 Light"/>
              <a:buNone/>
            </a:pPr>
            <a:endParaRPr sz="1200" b="0" i="0" u="none" cap="none">
              <a:solidFill>
                <a:srgbClr val="FFFFFF"/>
              </a:solidFill>
              <a:latin typeface="Lato Light"/>
              <a:ea typeface="Lato Light"/>
              <a:cs typeface="Lato Light"/>
            </a:endParaRPr>
          </a:p>
        </p:txBody>
      </p:sp>
      <p:pic>
        <p:nvPicPr>
          <p:cNvPr id="59" name="Google Shape;51;p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f343771b04d48d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1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7.xml><?xml version="1.0" encoding="utf-8"?>
<p:sldLayout xmlns:p="http://schemas.openxmlformats.org/presentationml/2006/main" matchingName="Section Title - Alt">
  <p:cSld name="Section Title - Alt">
    <p:bg>
      <p:bgPr>
        <a:blipFill xmlns:a="http://schemas.openxmlformats.org/drawingml/2006/main">
          <a:blip xmlns:r="http://schemas.openxmlformats.org/officeDocument/2006/relationships" r:embed="Rb5be2cdb807d434a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Google Shape;53;p8">
            <a:extLst xmlns:a="http://schemas.openxmlformats.org/drawingml/2006/main">
              <a:ext uri="{FF2B5EF4-FFF2-40B4-BE49-F238E27FC236}">
                <a16:creationId xmlns:a16="http://schemas.microsoft.com/office/drawing/2014/main" id="{F5C860C7-316E-4100-8E1F-DD7A852284B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11356" y="4748543"/>
            <a:ext cx="5317800" cy="49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003ED"/>
              </a:buClr>
              <a:buSzPts val="2800"/>
              <a:buNone/>
              <a:defRPr sz="2800">
                <a:solidFill>
                  <a:srgbClr val="A003ED"/>
                </a:solidFill>
                <a:latin typeface="Lato Light"/>
                <a:ea typeface="Lato Light"/>
                <a:cs typeface="Lato Light"/>
              </a:defRPr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54" name="Google Shape;54;p8">
            <a:extLst xmlns:a="http://schemas.openxmlformats.org/drawingml/2006/main">
              <a:ext uri="{FF2B5EF4-FFF2-40B4-BE49-F238E27FC236}">
                <a16:creationId xmlns:a16="http://schemas.microsoft.com/office/drawing/2014/main" id="{7FDBD9B0-29BD-4C32-AA7B-79B6E994E13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1D2F75"/>
                </a:solidFill>
                <a:latin typeface="Lato Light"/>
                <a:ea typeface="Lato Light"/>
                <a:cs typeface="Lato Light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55" name="Google Shape;55;p8">
            <a:extLst xmlns:a="http://schemas.openxmlformats.org/drawingml/2006/main">
              <a:ext uri="{FF2B5EF4-FFF2-40B4-BE49-F238E27FC236}">
                <a16:creationId xmlns:a16="http://schemas.microsoft.com/office/drawing/2014/main" id="{86C335D9-0262-47C9-AE48-B334AF3AAB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56" name="Google Shape;56;p8">
            <a:extLst xmlns:a="http://schemas.openxmlformats.org/drawingml/2006/main">
              <a:ext uri="{FF2B5EF4-FFF2-40B4-BE49-F238E27FC236}">
                <a16:creationId xmlns:a16="http://schemas.microsoft.com/office/drawing/2014/main" id="{A5C6E393-14F6-4B70-8AD8-D39F92F45B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6" y="2817241"/>
            <a:ext cx="5317800" cy="193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7000"/>
              <a:buFont typeface="Lato Black"/>
              <a:buNone/>
              <a:defRPr sz="70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pic>
        <p:nvPicPr>
          <p:cNvPr id="62" name="Google Shape;57;p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8a3942fa74e43e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403954" y="5416550"/>
            <a:ext cx="2167333" cy="806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8.xml><?xml version="1.0" encoding="utf-8"?>
<p:sldLayout xmlns:p="http://schemas.openxmlformats.org/presentationml/2006/main" matchingName="Section Title">
  <p:cSld name="Section Title">
    <p:bg>
      <p:bgPr>
        <a:blipFill xmlns:a="http://schemas.openxmlformats.org/drawingml/2006/main">
          <a:blip xmlns:r="http://schemas.openxmlformats.org/officeDocument/2006/relationships" r:embed="R548943a6942d40b3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Google Shape;59;p9">
            <a:extLst xmlns:a="http://schemas.openxmlformats.org/drawingml/2006/main">
              <a:ext uri="{FF2B5EF4-FFF2-40B4-BE49-F238E27FC236}">
                <a16:creationId xmlns:a16="http://schemas.microsoft.com/office/drawing/2014/main" id="{A565EF18-3B25-48B1-B3AF-C4AE936A8BE6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6031706" y="0"/>
            <a:ext cx="6160200" cy="685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0" name="Google Shape;60;p9">
            <a:extLst xmlns:a="http://schemas.openxmlformats.org/drawingml/2006/main">
              <a:ext uri="{FF2B5EF4-FFF2-40B4-BE49-F238E27FC236}">
                <a16:creationId xmlns:a16="http://schemas.microsoft.com/office/drawing/2014/main" id="{96B7BE86-1A68-43B5-A745-77D4D8E3F29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11356" y="4748543"/>
            <a:ext cx="5317800" cy="49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003ED"/>
              </a:buClr>
              <a:buSzPts val="2800"/>
              <a:buNone/>
              <a:defRPr sz="2800">
                <a:solidFill>
                  <a:srgbClr val="A003ED"/>
                </a:solidFill>
                <a:latin typeface="Lato Light"/>
                <a:ea typeface="Lato Light"/>
                <a:cs typeface="Lato Light"/>
              </a:defRPr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61" name="Google Shape;61;p9">
            <a:extLst xmlns:a="http://schemas.openxmlformats.org/drawingml/2006/main">
              <a:ext uri="{FF2B5EF4-FFF2-40B4-BE49-F238E27FC236}">
                <a16:creationId xmlns:a16="http://schemas.microsoft.com/office/drawing/2014/main" id="{D98B9B0D-13E8-4FC2-BCCB-96BAC2F6F24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1D2F75"/>
                </a:solidFill>
                <a:latin typeface="Lato Light"/>
                <a:ea typeface="Lato Light"/>
                <a:cs typeface="Lato Light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62" name="Google Shape;62;p9">
            <a:extLst xmlns:a="http://schemas.openxmlformats.org/drawingml/2006/main">
              <a:ext uri="{FF2B5EF4-FFF2-40B4-BE49-F238E27FC236}">
                <a16:creationId xmlns:a16="http://schemas.microsoft.com/office/drawing/2014/main" id="{89991FA8-80F5-4A15-AF19-F9A122C1DD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63" name="Google Shape;63;p9">
            <a:extLst xmlns:a="http://schemas.openxmlformats.org/drawingml/2006/main">
              <a:ext uri="{FF2B5EF4-FFF2-40B4-BE49-F238E27FC236}">
                <a16:creationId xmlns:a16="http://schemas.microsoft.com/office/drawing/2014/main" id="{4BAB767F-5601-4F12-A69F-51F81DF0E8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6" y="2817241"/>
            <a:ext cx="5317800" cy="193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7000"/>
              <a:buFont typeface="Lato Black"/>
              <a:buNone/>
              <a:defRPr sz="70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64" name="Google Shape;64;p9">
            <a:extLst xmlns:a="http://schemas.openxmlformats.org/drawingml/2006/main">
              <a:ext uri="{FF2B5EF4-FFF2-40B4-BE49-F238E27FC236}">
                <a16:creationId xmlns:a16="http://schemas.microsoft.com/office/drawing/2014/main" id="{459BE17B-CC11-4E58-9376-9AD4A06FF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10985800" y="5429098"/>
            <a:ext cx="558300" cy="1854300"/>
          </a:xfrm>
          <a:prstGeom xmlns:a="http://schemas.openxmlformats.org/drawingml/2006/main" prst="round2SameRect">
            <a:avLst>
              <a:gd name="adj1" fmla="val 18155"/>
              <a:gd name="adj2" fmla="val 0"/>
            </a:avLst>
          </a:prstGeom>
          <a:gradFill xmlns:a="http://schemas.openxmlformats.org/drawingml/2006/main">
            <a:gsLst>
              <a:gs pos="0">
                <a:srgbClr val="A003ED"/>
              </a:gs>
              <a:gs pos="100000">
                <a:srgbClr val="1E2F76"/>
              </a:gs>
            </a:gsLst>
            <a:lin ang="5400012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 Light"/>
              <a:buNone/>
            </a:pPr>
            <a:endParaRPr sz="1200" b="0" i="0" u="none" cap="none">
              <a:solidFill>
                <a:srgbClr val="FFFFFF"/>
              </a:solidFill>
              <a:latin typeface="Lato Light"/>
              <a:ea typeface="Lato Light"/>
              <a:cs typeface="Lato Light"/>
            </a:endParaRPr>
          </a:p>
        </p:txBody>
      </p:sp>
      <p:pic>
        <p:nvPicPr>
          <p:cNvPr id="72" name="Google Shape;65;p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c6de15869384ec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1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9.xml><?xml version="1.0" encoding="utf-8"?>
<p:sldLayout xmlns:p="http://schemas.openxmlformats.org/presentationml/2006/main" matchingName="1_Image + Content">
  <p:cSld name="1_Image + Content">
    <p:bg>
      <p:bgPr>
        <a:blipFill xmlns:a="http://schemas.openxmlformats.org/drawingml/2006/main">
          <a:blip xmlns:r="http://schemas.openxmlformats.org/officeDocument/2006/relationships" r:embed="R8d42e4541d454e8c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Google Shape;67;p10">
            <a:extLst xmlns:a="http://schemas.openxmlformats.org/drawingml/2006/main">
              <a:ext uri="{FF2B5EF4-FFF2-40B4-BE49-F238E27FC236}">
                <a16:creationId xmlns:a16="http://schemas.microsoft.com/office/drawing/2014/main" id="{591EB01D-19B3-499D-BA36-3C8CAE6BC0E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68" name="Google Shape;68;p10">
            <a:extLst xmlns:a="http://schemas.openxmlformats.org/drawingml/2006/main">
              <a:ext uri="{FF2B5EF4-FFF2-40B4-BE49-F238E27FC236}">
                <a16:creationId xmlns:a16="http://schemas.microsoft.com/office/drawing/2014/main" id="{DF84B5CD-FF12-4BBD-9680-41A60529240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pic>
        <p:nvPicPr>
          <p:cNvPr id="77" name="Google Shape;69;p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8d129d45929422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099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0" name="Google Shape;70;p10">
            <a:extLst xmlns:a="http://schemas.openxmlformats.org/drawingml/2006/main">
              <a:ext uri="{FF2B5EF4-FFF2-40B4-BE49-F238E27FC236}">
                <a16:creationId xmlns:a16="http://schemas.microsoft.com/office/drawing/2014/main" id="{3D83FD3B-7DC3-4CB3-8949-6DA154F5FD96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5245731" y="1587500"/>
            <a:ext cx="6261000" cy="351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71" name="Google Shape;71;p10">
            <a:extLst xmlns:a="http://schemas.openxmlformats.org/drawingml/2006/main">
              <a:ext uri="{FF2B5EF4-FFF2-40B4-BE49-F238E27FC236}">
                <a16:creationId xmlns:a16="http://schemas.microsoft.com/office/drawing/2014/main" id="{E375A252-3B4B-4BB9-BF95-43FAA9DFA6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7" y="1587501"/>
            <a:ext cx="4398900" cy="157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72" name="Google Shape;72;p10">
            <a:extLst xmlns:a="http://schemas.openxmlformats.org/drawingml/2006/main">
              <a:ext uri="{FF2B5EF4-FFF2-40B4-BE49-F238E27FC236}">
                <a16:creationId xmlns:a16="http://schemas.microsoft.com/office/drawing/2014/main" id="{44A20E46-A2C9-4EF5-9B08-5CD91CC6E24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11358" y="3710800"/>
            <a:ext cx="4398900" cy="111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3" name="Google Shape;73;p10">
            <a:extLst xmlns:a="http://schemas.openxmlformats.org/drawingml/2006/main">
              <a:ext uri="{FF2B5EF4-FFF2-40B4-BE49-F238E27FC236}">
                <a16:creationId xmlns:a16="http://schemas.microsoft.com/office/drawing/2014/main" id="{6B3E30D7-005A-4814-B526-AB74BD8DC89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1357" y="3389821"/>
            <a:ext cx="4398900" cy="30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Lato Black"/>
                <a:ea typeface="Lato Black"/>
                <a:cs typeface="Lato Black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50/50 - Left">
  <p:cSld name="50/50 - Left">
    <p:bg>
      <p:bgPr>
        <a:blipFill xmlns:a="http://schemas.openxmlformats.org/drawingml/2006/main">
          <a:blip xmlns:r="http://schemas.openxmlformats.org/officeDocument/2006/relationships" r:embed="Rfbbd1ac5e44b49d0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Google Shape;75;p11">
            <a:extLst xmlns:a="http://schemas.openxmlformats.org/drawingml/2006/main">
              <a:ext uri="{FF2B5EF4-FFF2-40B4-BE49-F238E27FC236}">
                <a16:creationId xmlns:a16="http://schemas.microsoft.com/office/drawing/2014/main" id="{5F7A92BA-227F-4F3C-B88F-F9CC2F9D1D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8" y="254352"/>
            <a:ext cx="5122500" cy="187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76" name="Google Shape;76;p11">
            <a:extLst xmlns:a="http://schemas.openxmlformats.org/drawingml/2006/main">
              <a:ext uri="{FF2B5EF4-FFF2-40B4-BE49-F238E27FC236}">
                <a16:creationId xmlns:a16="http://schemas.microsoft.com/office/drawing/2014/main" id="{54BEDE05-B946-43A3-902F-9F1E957AC7A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7" name="Google Shape;77;p11">
            <a:extLst xmlns:a="http://schemas.openxmlformats.org/drawingml/2006/main">
              <a:ext uri="{FF2B5EF4-FFF2-40B4-BE49-F238E27FC236}">
                <a16:creationId xmlns:a16="http://schemas.microsoft.com/office/drawing/2014/main" id="{AFD77255-7E15-41FC-A222-30E0C202FBC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78" name="Google Shape;78;p11">
            <a:extLst xmlns:a="http://schemas.openxmlformats.org/drawingml/2006/main">
              <a:ext uri="{FF2B5EF4-FFF2-40B4-BE49-F238E27FC236}">
                <a16:creationId xmlns:a16="http://schemas.microsoft.com/office/drawing/2014/main" id="{C8F2D1CC-DD91-4700-875A-2BD86ECCCBF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11357" y="2070101"/>
            <a:ext cx="5122500" cy="49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003ED"/>
              </a:buClr>
              <a:buSzPts val="2800"/>
              <a:buNone/>
              <a:defRPr sz="2800">
                <a:solidFill>
                  <a:srgbClr val="A003ED"/>
                </a:solidFill>
                <a:latin typeface="Lato Light"/>
                <a:ea typeface="Lato Light"/>
                <a:cs typeface="Lato Light"/>
              </a:defRPr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79" name="Google Shape;79;p11">
            <a:extLst xmlns:a="http://schemas.openxmlformats.org/drawingml/2006/main">
              <a:ext uri="{FF2B5EF4-FFF2-40B4-BE49-F238E27FC236}">
                <a16:creationId xmlns:a16="http://schemas.microsoft.com/office/drawing/2014/main" id="{197A1598-5BF4-4BFA-A87C-90E0F058D5A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1357" y="3098800"/>
            <a:ext cx="4283100" cy="260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pic>
        <p:nvPicPr>
          <p:cNvPr id="86" name="Google Shape;80;p1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39c3d2398084e4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1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1.xml><?xml version="1.0" encoding="utf-8"?>
<p:sldLayout xmlns:p="http://schemas.openxmlformats.org/presentationml/2006/main" matchingName="Image + Caption">
  <p:cSld name="Image +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2" name="Google Shape;82;p12">
            <a:extLst xmlns:a="http://schemas.openxmlformats.org/drawingml/2006/main">
              <a:ext uri="{FF2B5EF4-FFF2-40B4-BE49-F238E27FC236}">
                <a16:creationId xmlns:a16="http://schemas.microsoft.com/office/drawing/2014/main" id="{A880A401-653F-43CC-96D9-4FE471FBD0BF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1852" y="0"/>
            <a:ext cx="12190200" cy="685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83" name="Google Shape;83;p12">
            <a:extLst xmlns:a="http://schemas.openxmlformats.org/drawingml/2006/main">
              <a:ext uri="{FF2B5EF4-FFF2-40B4-BE49-F238E27FC236}">
                <a16:creationId xmlns:a16="http://schemas.microsoft.com/office/drawing/2014/main" id="{7367C427-DCFD-4308-A30E-DE036C85F60E}"/>
              </a:ext>
            </a:extLst>
          </p:cNvPr>
          <p:cNvSpPr>
            <a:spLocks xmlns:a="http://schemas.openxmlformats.org/drawingml/2006/main" noGrp="1"/>
          </p:cNvSpPr>
          <p:nvPr>
            <p:ph type="pic" idx="3"/>
          </p:nvPr>
        </p:nvSpPr>
        <p:spPr>
          <a:xfrm xmlns:a="http://schemas.openxmlformats.org/drawingml/2006/main">
            <a:off x="1" y="0"/>
            <a:ext cx="4506900" cy="685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84" name="Google Shape;84;p12">
            <a:extLst xmlns:a="http://schemas.openxmlformats.org/drawingml/2006/main">
              <a:ext uri="{FF2B5EF4-FFF2-40B4-BE49-F238E27FC236}">
                <a16:creationId xmlns:a16="http://schemas.microsoft.com/office/drawing/2014/main" id="{EAEB2F9B-37E7-4DBD-8EEE-2BD6F9F0CB3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85" name="Google Shape;85;p12">
            <a:extLst xmlns:a="http://schemas.openxmlformats.org/drawingml/2006/main">
              <a:ext uri="{FF2B5EF4-FFF2-40B4-BE49-F238E27FC236}">
                <a16:creationId xmlns:a16="http://schemas.microsoft.com/office/drawing/2014/main" id="{4787BE10-245B-42B7-A90E-9B81018B663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86" name="Google Shape;86;p12">
            <a:extLst xmlns:a="http://schemas.openxmlformats.org/drawingml/2006/main">
              <a:ext uri="{FF2B5EF4-FFF2-40B4-BE49-F238E27FC236}">
                <a16:creationId xmlns:a16="http://schemas.microsoft.com/office/drawing/2014/main" id="{2E5D6EDB-F6E8-494B-BEA1-CFA948A1F92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1200" y="3581400"/>
            <a:ext cx="3166500" cy="857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b">
            <a:no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  <a:latin typeface="Lato Black"/>
                <a:ea typeface="Lato Black"/>
                <a:cs typeface="Lato Black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87" name="Google Shape;87;p12">
            <a:extLst xmlns:a="http://schemas.openxmlformats.org/drawingml/2006/main">
              <a:ext uri="{FF2B5EF4-FFF2-40B4-BE49-F238E27FC236}">
                <a16:creationId xmlns:a16="http://schemas.microsoft.com/office/drawing/2014/main" id="{D244FE2F-D85A-43C8-81C3-7B6AA5A89A69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711202" y="4438647"/>
            <a:ext cx="3166500" cy="1293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88" name="Google Shape;88;p12">
            <a:extLst xmlns:a="http://schemas.openxmlformats.org/drawingml/2006/main">
              <a:ext uri="{FF2B5EF4-FFF2-40B4-BE49-F238E27FC236}">
                <a16:creationId xmlns:a16="http://schemas.microsoft.com/office/drawing/2014/main" id="{4941836E-FCB1-4F10-8CC6-9A39D0C61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10985800" y="5429098"/>
            <a:ext cx="558300" cy="1854300"/>
          </a:xfrm>
          <a:prstGeom xmlns:a="http://schemas.openxmlformats.org/drawingml/2006/main" prst="round2SameRect">
            <a:avLst>
              <a:gd name="adj1" fmla="val 18155"/>
              <a:gd name="adj2" fmla="val 0"/>
            </a:avLst>
          </a:prstGeom>
          <a:gradFill xmlns:a="http://schemas.openxmlformats.org/drawingml/2006/main">
            <a:gsLst>
              <a:gs pos="0">
                <a:srgbClr val="A003ED"/>
              </a:gs>
              <a:gs pos="100000">
                <a:srgbClr val="1E2F76"/>
              </a:gs>
            </a:gsLst>
            <a:lin ang="5400012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 Light"/>
              <a:buNone/>
            </a:pPr>
            <a:endParaRPr sz="1200" b="0" i="0" u="none" cap="none">
              <a:solidFill>
                <a:srgbClr val="FFFFFF"/>
              </a:solidFill>
              <a:latin typeface="Lato Light"/>
              <a:ea typeface="Lato Light"/>
              <a:cs typeface="Lato Light"/>
            </a:endParaRPr>
          </a:p>
        </p:txBody>
      </p:sp>
      <p:pic>
        <p:nvPicPr>
          <p:cNvPr id="97" name="Google Shape;89;p1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ca8bfeb675b44e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1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2.xml><?xml version="1.0" encoding="utf-8"?>
<p:sldLayout xmlns:p="http://schemas.openxmlformats.org/presentationml/2006/main" matchingName="Quote">
  <p:cSld name="Quote">
    <p:bg>
      <p:bgPr>
        <a:blipFill xmlns:a="http://schemas.openxmlformats.org/drawingml/2006/main">
          <a:blip xmlns:r="http://schemas.openxmlformats.org/officeDocument/2006/relationships" r:embed="R05b9e5e1486a42d8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1" name="Google Shape;91;p13">
            <a:extLst xmlns:a="http://schemas.openxmlformats.org/drawingml/2006/main">
              <a:ext uri="{FF2B5EF4-FFF2-40B4-BE49-F238E27FC236}">
                <a16:creationId xmlns:a16="http://schemas.microsoft.com/office/drawing/2014/main" id="{A06B95D6-096A-4749-999F-A189AB19BB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003799" y="1266186"/>
            <a:ext cx="6013500" cy="264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4000"/>
              <a:buFont typeface="Lato Light"/>
              <a:buNone/>
              <a:defRPr sz="4000">
                <a:latin typeface="Lato Light"/>
                <a:ea typeface="Lato Light"/>
                <a:cs typeface="Lato Light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92" name="Google Shape;92;p13">
            <a:extLst xmlns:a="http://schemas.openxmlformats.org/drawingml/2006/main">
              <a:ext uri="{FF2B5EF4-FFF2-40B4-BE49-F238E27FC236}">
                <a16:creationId xmlns:a16="http://schemas.microsoft.com/office/drawing/2014/main" id="{110A1962-DDA9-4494-A602-B2FB105B2E5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93" name="Google Shape;93;p13">
            <a:extLst xmlns:a="http://schemas.openxmlformats.org/drawingml/2006/main">
              <a:ext uri="{FF2B5EF4-FFF2-40B4-BE49-F238E27FC236}">
                <a16:creationId xmlns:a16="http://schemas.microsoft.com/office/drawing/2014/main" id="{B02978BB-1CAF-4255-906C-AE755079B6B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94" name="Google Shape;94;p13">
            <a:extLst xmlns:a="http://schemas.openxmlformats.org/drawingml/2006/main">
              <a:ext uri="{FF2B5EF4-FFF2-40B4-BE49-F238E27FC236}">
                <a16:creationId xmlns:a16="http://schemas.microsoft.com/office/drawing/2014/main" id="{6FCC3D18-5C96-4A28-A821-9C09CA23DA89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717550" y="1092200"/>
            <a:ext cx="3663900" cy="407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95" name="Google Shape;95;p13">
            <a:extLst xmlns:a="http://schemas.openxmlformats.org/drawingml/2006/main">
              <a:ext uri="{FF2B5EF4-FFF2-40B4-BE49-F238E27FC236}">
                <a16:creationId xmlns:a16="http://schemas.microsoft.com/office/drawing/2014/main" id="{1B0139C4-18EE-45B6-8108-E78B2EBA2E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575300" y="4189901"/>
            <a:ext cx="481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Lato Black"/>
                <a:ea typeface="Lato Black"/>
                <a:cs typeface="Lato Black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96" name="Google Shape;96;p13">
            <a:extLst xmlns:a="http://schemas.openxmlformats.org/drawingml/2006/main">
              <a:ext uri="{FF2B5EF4-FFF2-40B4-BE49-F238E27FC236}">
                <a16:creationId xmlns:a16="http://schemas.microsoft.com/office/drawing/2014/main" id="{F48726BE-8428-4D96-A99E-2204EDF48FF0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5575300" y="4431201"/>
            <a:ext cx="481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ato Light"/>
                <a:ea typeface="Lato Light"/>
                <a:cs typeface="Lato Light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97" name="Google Shape;97;p13">
            <a:extLst xmlns:a="http://schemas.openxmlformats.org/drawingml/2006/main">
              <a:ext uri="{FF2B5EF4-FFF2-40B4-BE49-F238E27FC236}">
                <a16:creationId xmlns:a16="http://schemas.microsoft.com/office/drawing/2014/main" id="{AD820F24-36C9-483D-BCEF-5E0BFEA6E807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5575300" y="4721186"/>
            <a:ext cx="481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ato Light"/>
                <a:ea typeface="Lato Light"/>
                <a:cs typeface="Lato Light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pic>
        <p:nvPicPr>
          <p:cNvPr id="109" name="Google Shape;98;p1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4982eda8f3f4ff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099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99" name="Google Shape;99;p13">
            <a:extLst xmlns:a="http://schemas.openxmlformats.org/drawingml/2006/main">
              <a:ext uri="{FF2B5EF4-FFF2-40B4-BE49-F238E27FC236}">
                <a16:creationId xmlns:a16="http://schemas.microsoft.com/office/drawing/2014/main" id="{487BC388-1C13-4C20-9703-A397E8D8E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2613" y="4256576"/>
            <a:ext cx="731838" cy="654050"/>
          </a:xfrm>
          <a:custGeom xmlns:a="http://schemas.openxmlformats.org/drawingml/2006/main">
            <a:rect l="l" t="t" r="r" b="b"/>
            <a:pathLst>
              <a:path w="534" h="478">
                <a:moveTo>
                  <a:pt x="0" y="237"/>
                </a:moveTo>
                <a:cubicBezTo>
                  <a:pt x="118" y="237"/>
                  <a:pt x="118" y="237"/>
                  <a:pt x="118" y="237"/>
                </a:cubicBezTo>
                <a:cubicBezTo>
                  <a:pt x="116" y="265"/>
                  <a:pt x="107" y="290"/>
                  <a:pt x="91" y="311"/>
                </a:cubicBezTo>
                <a:cubicBezTo>
                  <a:pt x="74" y="332"/>
                  <a:pt x="44" y="353"/>
                  <a:pt x="0" y="374"/>
                </a:cubicBezTo>
                <a:cubicBezTo>
                  <a:pt x="54" y="478"/>
                  <a:pt x="54" y="478"/>
                  <a:pt x="54" y="478"/>
                </a:cubicBezTo>
                <a:cubicBezTo>
                  <a:pt x="124" y="447"/>
                  <a:pt x="174" y="410"/>
                  <a:pt x="203" y="368"/>
                </a:cubicBezTo>
                <a:cubicBezTo>
                  <a:pt x="232" y="326"/>
                  <a:pt x="247" y="269"/>
                  <a:pt x="247" y="196"/>
                </a:cubicBezTo>
                <a:cubicBezTo>
                  <a:pt x="247" y="0"/>
                  <a:pt x="247" y="0"/>
                  <a:pt x="24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237"/>
                  <a:pt x="0" y="237"/>
                  <a:pt x="0" y="237"/>
                </a:cubicBezTo>
                <a:close/>
                <a:moveTo>
                  <a:pt x="287" y="237"/>
                </a:moveTo>
                <a:cubicBezTo>
                  <a:pt x="405" y="237"/>
                  <a:pt x="405" y="237"/>
                  <a:pt x="405" y="237"/>
                </a:cubicBezTo>
                <a:cubicBezTo>
                  <a:pt x="403" y="265"/>
                  <a:pt x="394" y="290"/>
                  <a:pt x="378" y="311"/>
                </a:cubicBezTo>
                <a:cubicBezTo>
                  <a:pt x="361" y="332"/>
                  <a:pt x="331" y="353"/>
                  <a:pt x="287" y="374"/>
                </a:cubicBezTo>
                <a:cubicBezTo>
                  <a:pt x="341" y="478"/>
                  <a:pt x="341" y="478"/>
                  <a:pt x="341" y="478"/>
                </a:cubicBezTo>
                <a:cubicBezTo>
                  <a:pt x="411" y="447"/>
                  <a:pt x="461" y="410"/>
                  <a:pt x="490" y="368"/>
                </a:cubicBezTo>
                <a:cubicBezTo>
                  <a:pt x="519" y="326"/>
                  <a:pt x="534" y="269"/>
                  <a:pt x="534" y="196"/>
                </a:cubicBezTo>
                <a:cubicBezTo>
                  <a:pt x="534" y="0"/>
                  <a:pt x="534" y="0"/>
                  <a:pt x="534" y="0"/>
                </a:cubicBezTo>
                <a:cubicBezTo>
                  <a:pt x="287" y="0"/>
                  <a:pt x="287" y="0"/>
                  <a:pt x="287" y="0"/>
                </a:cubicBezTo>
                <a:cubicBezTo>
                  <a:pt x="287" y="237"/>
                  <a:pt x="287" y="237"/>
                  <a:pt x="287" y="237"/>
                </a:cubicBezTo>
                <a:close/>
              </a:path>
            </a:pathLst>
          </a:custGeom>
          <a:solidFill xmlns:a="http://schemas.openxmlformats.org/drawingml/2006/main">
            <a:srgbClr val="A003EC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 Light"/>
              <a:buNone/>
            </a:pPr>
            <a:endParaRPr sz="1800" b="0" i="0" u="none" cap="none">
              <a:solidFill>
                <a:srgbClr val="000000"/>
              </a:solidFill>
              <a:latin typeface="Lato Light"/>
              <a:ea typeface="Lato Light"/>
              <a:cs typeface="Lato Light"/>
            </a:endParaRPr>
          </a:p>
        </p:txBody>
      </p:sp>
      <p:sp>
        <p:nvSpPr>
          <p:cNvPr id="100" name="Google Shape;100;p13">
            <a:extLst xmlns:a="http://schemas.openxmlformats.org/drawingml/2006/main">
              <a:ext uri="{FF2B5EF4-FFF2-40B4-BE49-F238E27FC236}">
                <a16:creationId xmlns:a16="http://schemas.microsoft.com/office/drawing/2014/main" id="{22400EC8-4BFC-4B72-B061-8FBC7C56A60A}"/>
              </a:ext>
            </a:extLst>
          </p:cNvPr>
          <p:cNvSpPr>
            <a:spLocks xmlns:a="http://schemas.openxmlformats.org/drawingml/2006/main" noGrp="1"/>
          </p:cNvSpPr>
          <p:nvPr>
            <p:ph type="pic" idx="5"/>
          </p:nvPr>
        </p:nvSpPr>
        <p:spPr>
          <a:xfrm xmlns:a="http://schemas.openxmlformats.org/drawingml/2006/main">
            <a:off x="4110038" y="1092200"/>
            <a:ext cx="731400" cy="65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</p:spTree>
  </p:cSld>
</p:sldLayout>
</file>

<file path=ppt/slideLayouts/slideLayout13.xml><?xml version="1.0" encoding="utf-8"?>
<p:sldLayout xmlns:p="http://schemas.openxmlformats.org/presentationml/2006/main" matchingName="1_Custom Layout">
  <p:cSld name="1_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" name="Google Shape;102;p14">
            <a:extLst xmlns:a="http://schemas.openxmlformats.org/drawingml/2006/main">
              <a:ext uri="{FF2B5EF4-FFF2-40B4-BE49-F238E27FC236}">
                <a16:creationId xmlns:a16="http://schemas.microsoft.com/office/drawing/2014/main" id="{CDFCBE7E-9CE1-4639-8625-700909572F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7" y="631186"/>
            <a:ext cx="10969200" cy="76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03" name="Google Shape;103;p14">
            <a:extLst xmlns:a="http://schemas.openxmlformats.org/drawingml/2006/main">
              <a:ext uri="{FF2B5EF4-FFF2-40B4-BE49-F238E27FC236}">
                <a16:creationId xmlns:a16="http://schemas.microsoft.com/office/drawing/2014/main" id="{C9E40E3F-CAF5-40C0-A939-1FF682A111B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104" name="Google Shape;104;p14">
            <a:extLst xmlns:a="http://schemas.openxmlformats.org/drawingml/2006/main">
              <a:ext uri="{FF2B5EF4-FFF2-40B4-BE49-F238E27FC236}">
                <a16:creationId xmlns:a16="http://schemas.microsoft.com/office/drawing/2014/main" id="{146F5DBC-AE26-4446-9EDC-F3AED93268B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889133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14.xml><?xml version="1.0" encoding="utf-8"?>
<p:sldLayout xmlns:p="http://schemas.openxmlformats.org/presentationml/2006/main" matchingName="1_Title and Bulleted Text">
  <p:cSld name="1_Title and Bullete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6" name="Google Shape;106;p15">
            <a:extLst xmlns:a="http://schemas.openxmlformats.org/drawingml/2006/main">
              <a:ext uri="{FF2B5EF4-FFF2-40B4-BE49-F238E27FC236}">
                <a16:creationId xmlns:a16="http://schemas.microsoft.com/office/drawing/2014/main" id="{1B8401F1-851C-4C21-91DE-D4DDAF2F880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7484" y="1274878"/>
            <a:ext cx="10970700" cy="456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4064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>
                <a:solidFill>
                  <a:schemeClr val="lt1"/>
                </a:solidFill>
              </a:defRPr>
            </a:lvl1pPr>
            <a:lvl2pPr marL="914400" indent="-381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2pPr>
            <a:lvl3pPr marL="1371600" indent="-381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3pPr>
            <a:lvl4pPr marL="1828800" indent="-36404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133"/>
              <a:buChar char="•"/>
              <a:defRPr sz="2133">
                <a:solidFill>
                  <a:schemeClr val="lt1"/>
                </a:solidFill>
              </a:defRPr>
            </a:lvl4pPr>
            <a:lvl5pPr marL="2286000" indent="-3302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07" name="Google Shape;107;p15">
            <a:extLst xmlns:a="http://schemas.openxmlformats.org/drawingml/2006/main">
              <a:ext uri="{FF2B5EF4-FFF2-40B4-BE49-F238E27FC236}">
                <a16:creationId xmlns:a16="http://schemas.microsoft.com/office/drawing/2014/main" id="{6C0AB984-C87B-40ED-BCE0-672D0B37546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755471" y="6417288"/>
            <a:ext cx="5211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cxnSp>
        <p:nvCxnSpPr>
          <p:cNvPr id="123" name="Google Shape;108;p15"/>
          <p:cNvCxnSpPr/>
          <p:nvPr/>
        </p:nvCxnSpPr>
        <p:spPr>
          <a:xfrm xmlns:a="http://schemas.openxmlformats.org/drawingml/2006/main">
            <a:off x="11731367" y="6432290"/>
            <a:ext cx="0" cy="2964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chemeClr val="lt1"/>
            </a:solidFill>
            <a:prstDash val="solid"/>
            <a:miter/>
            <a:headEnd type="none" w="sm" len="sm"/>
            <a:tailEnd type="none" w="sm" len="sm"/>
          </a:ln>
        </p:spPr>
      </p:cxnSp>
    </p:spTree>
  </p:cSld>
</p:sldLayout>
</file>

<file path=ppt/slideLayouts/slideLayout15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E5EED09-FE29-1679-80F0-4F41DC4E96C2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51D36D4-160C-EFC2-1556-BFEBBDF0F21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408E408-2CB0-F310-B961-FBB20C11A69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0817111-9B06-6C72-E224-84EAFD03748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5BFF89E-C6DE-0A01-E76B-E2BF3BED0A9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</p:spTree>
  </p:cSld>
</p:sldLayout>
</file>

<file path=ppt/slideLayouts/slideLayout16.xml><?xml version="1.0" encoding="utf-8"?>
<p:sldLayout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4DDCD8B-4975-BC43-CA90-F602B97CCD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8232200-74F9-8FF9-D6E8-EA020AFC05E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8F6B64B-E803-E85A-C38C-4270ADD597D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AE73FBD-2167-D62D-180B-975EB687D00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62E63B7-2BE8-7C67-E431-9A5E805B356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</p:spTree>
  </p:cSld>
</p:sldLayout>
</file>

<file path=ppt/slideLayouts/slideLayout17.xml><?xml version="1.0" encoding="utf-8"?>
<p:sldLayout xmlns:p="http://schemas.openxmlformats.org/presentationml/2006/main" matchingName="Title and Content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8" name="Google Shape;118;p17">
            <a:extLst xmlns:a="http://schemas.openxmlformats.org/drawingml/2006/main">
              <a:ext uri="{FF2B5EF4-FFF2-40B4-BE49-F238E27FC236}">
                <a16:creationId xmlns:a16="http://schemas.microsoft.com/office/drawing/2014/main" id="{4909104E-5D6C-438E-86B2-33C54048BA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>
                <a:solidFill>
                  <a:srgbClr val="6F1BBA"/>
                </a:solidFill>
                <a:latin typeface="Lato"/>
                <a:ea typeface="Lato"/>
                <a:cs typeface="Lato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19" name="Google Shape;119;p17">
            <a:extLst xmlns:a="http://schemas.openxmlformats.org/drawingml/2006/main">
              <a:ext uri="{FF2B5EF4-FFF2-40B4-BE49-F238E27FC236}">
                <a16:creationId xmlns:a16="http://schemas.microsoft.com/office/drawing/2014/main" id="{C951574A-BC3A-4874-B5F4-74B462CB3C9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solidFill>
                  <a:schemeClr val="dk1"/>
                </a:solidFill>
                <a:latin typeface="Lato"/>
                <a:ea typeface="Lato"/>
                <a:cs typeface="Lato"/>
              </a:defRPr>
            </a:lvl1pPr>
            <a:lvl2pPr marL="91440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>
                <a:latin typeface="Lato"/>
                <a:ea typeface="Lato"/>
                <a:cs typeface="Lato"/>
              </a:defRPr>
            </a:lvl2pPr>
            <a:lvl3pPr marL="13716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>
                <a:latin typeface="Lato"/>
                <a:ea typeface="Lato"/>
                <a:cs typeface="Lato"/>
              </a:defRPr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>
                <a:latin typeface="Lato"/>
                <a:ea typeface="Lato"/>
                <a:cs typeface="Lato"/>
              </a:defRPr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>
                <a:latin typeface="Lato"/>
                <a:ea typeface="Lato"/>
                <a:cs typeface="Lato"/>
              </a:defRPr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20" name="Google Shape;120;p17">
            <a:extLst xmlns:a="http://schemas.openxmlformats.org/drawingml/2006/main">
              <a:ext uri="{FF2B5EF4-FFF2-40B4-BE49-F238E27FC236}">
                <a16:creationId xmlns:a16="http://schemas.microsoft.com/office/drawing/2014/main" id="{073248DA-CE16-4250-AC1F-59101874E50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Lato"/>
                <a:ea typeface="Lato"/>
                <a:cs typeface="Lato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21" name="Google Shape;121;p17">
            <a:extLst xmlns:a="http://schemas.openxmlformats.org/drawingml/2006/main">
              <a:ext uri="{FF2B5EF4-FFF2-40B4-BE49-F238E27FC236}">
                <a16:creationId xmlns:a16="http://schemas.microsoft.com/office/drawing/2014/main" id="{A6D84400-C57D-41B3-8EDC-48230185FA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Lato"/>
                <a:ea typeface="Lato"/>
                <a:cs typeface="Lato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22" name="Google Shape;122;p17">
            <a:extLst xmlns:a="http://schemas.openxmlformats.org/drawingml/2006/main">
              <a:ext uri="{FF2B5EF4-FFF2-40B4-BE49-F238E27FC236}">
                <a16:creationId xmlns:a16="http://schemas.microsoft.com/office/drawing/2014/main" id="{E88EF1AC-4C7B-4D3F-A098-194067AFC75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8.xml><?xml version="1.0" encoding="utf-8"?>
<p:sldLayout xmlns:p="http://schemas.openxmlformats.org/presentationml/2006/main" matchingName="Title Only 1" preserve="1">
  <p:cSld name="Title Only 1">
    <p:bg>
      <p:bgPr>
        <a:gradFill xmlns:a="http://schemas.openxmlformats.org/drawingml/2006/main">
          <a:gsLst>
            <a:gs pos="0">
              <a:srgbClr val="9C03E8"/>
            </a:gs>
            <a:gs pos="100000">
              <a:srgbClr val="3A3286"/>
            </a:gs>
          </a:gsLst>
          <a:lin ang="18599929" scaled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4" name="Google Shape;124;p18">
            <a:extLst xmlns:a="http://schemas.openxmlformats.org/drawingml/2006/main">
              <a:ext uri="{FF2B5EF4-FFF2-40B4-BE49-F238E27FC236}">
                <a16:creationId xmlns:a16="http://schemas.microsoft.com/office/drawing/2014/main" id="{159EA5F7-6180-4085-85D0-F25013F8D9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25" name="Google Shape;125;p18">
            <a:extLst xmlns:a="http://schemas.openxmlformats.org/drawingml/2006/main">
              <a:ext uri="{FF2B5EF4-FFF2-40B4-BE49-F238E27FC236}">
                <a16:creationId xmlns:a16="http://schemas.microsoft.com/office/drawing/2014/main" id="{5D7B9E06-1245-4115-8CB9-ED5FF485252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707654" y="6412912"/>
            <a:ext cx="4200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129" name="Google Shape;126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cc22b34e4bc4ee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713873" y="6131349"/>
            <a:ext cx="1279854" cy="476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9.xml><?xml version="1.0" encoding="utf-8"?>
<p:sldLayout xmlns:p="http://schemas.openxmlformats.org/presentationml/2006/main" matchingName="Caption" preserve="1">
  <p:cSld name="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8" name="Google Shape;128;p19">
            <a:extLst xmlns:a="http://schemas.openxmlformats.org/drawingml/2006/main">
              <a:ext uri="{FF2B5EF4-FFF2-40B4-BE49-F238E27FC236}">
                <a16:creationId xmlns:a16="http://schemas.microsoft.com/office/drawing/2014/main" id="{CAF3F56D-2491-4093-BAC7-C5B8A109012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15600" y="5640767"/>
            <a:ext cx="7998300" cy="80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rm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marL="91440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29" name="Google Shape;129;p19">
            <a:extLst xmlns:a="http://schemas.openxmlformats.org/drawingml/2006/main">
              <a:ext uri="{FF2B5EF4-FFF2-40B4-BE49-F238E27FC236}">
                <a16:creationId xmlns:a16="http://schemas.microsoft.com/office/drawing/2014/main" id="{374AE68E-3766-4013-BFD7-DB7783D322C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6610" y="6217622"/>
            <a:ext cx="731700" cy="524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0.xml><?xml version="1.0" encoding="utf-8"?>
<p:sldLayout xmlns:p="http://schemas.openxmlformats.org/presentationml/2006/main" matchingName="Title, 2 sub, 2 column" preserve="1">
  <p:cSld name="Title, 2 sub, 2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1" name="Google Shape;131;p20">
            <a:extLst xmlns:a="http://schemas.openxmlformats.org/drawingml/2006/main">
              <a:ext uri="{FF2B5EF4-FFF2-40B4-BE49-F238E27FC236}">
                <a16:creationId xmlns:a16="http://schemas.microsoft.com/office/drawing/2014/main" id="{D90349AC-C298-4B00-9985-ABACDC45625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27036" y="978898"/>
            <a:ext cx="5091300" cy="37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4A86"/>
              </a:buClr>
              <a:buSzPts val="1800"/>
              <a:buNone/>
              <a:defRPr sz="1800" b="0" i="0">
                <a:solidFill>
                  <a:srgbClr val="004A86"/>
                </a:solidFill>
                <a:latin typeface="Lato"/>
                <a:ea typeface="Lato"/>
                <a:cs typeface="Lato"/>
              </a:defRPr>
            </a:lvl1pPr>
            <a:lvl2pPr marL="9144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marL="13716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marL="18288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marL="22860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marL="27432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marL="32004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marL="36576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marL="41148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32" name="Google Shape;132;p20">
            <a:extLst xmlns:a="http://schemas.openxmlformats.org/drawingml/2006/main">
              <a:ext uri="{FF2B5EF4-FFF2-40B4-BE49-F238E27FC236}">
                <a16:creationId xmlns:a16="http://schemas.microsoft.com/office/drawing/2014/main" id="{82354204-0DD3-44C7-91A6-909FAD4FB33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96000" y="978898"/>
            <a:ext cx="5091300" cy="37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4A86"/>
              </a:buClr>
              <a:buSzPts val="1800"/>
              <a:buNone/>
              <a:defRPr sz="1800" b="0" i="0">
                <a:solidFill>
                  <a:srgbClr val="004A86"/>
                </a:solidFill>
                <a:latin typeface="Lato"/>
                <a:ea typeface="Lato"/>
                <a:cs typeface="Lato"/>
              </a:defRPr>
            </a:lvl1pPr>
            <a:lvl2pPr marL="9144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marL="13716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marL="18288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marL="22860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marL="27432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marL="32004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marL="36576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marL="41148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33" name="Google Shape;133;p20">
            <a:extLst xmlns:a="http://schemas.openxmlformats.org/drawingml/2006/main">
              <a:ext uri="{FF2B5EF4-FFF2-40B4-BE49-F238E27FC236}">
                <a16:creationId xmlns:a16="http://schemas.microsoft.com/office/drawing/2014/main" id="{1220AB53-41DF-4EF2-B5E4-592F79C92188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096002" y="1441450"/>
            <a:ext cx="5091300" cy="451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400"/>
              <a:buChar char="▪"/>
              <a:defRPr sz="1400" b="0" i="0">
                <a:latin typeface="Lato"/>
                <a:ea typeface="Lato"/>
                <a:cs typeface="Lato"/>
              </a:defRPr>
            </a:lvl1pPr>
            <a:lvl2pPr marL="914400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200"/>
              <a:buChar char="•"/>
              <a:defRPr sz="1200" b="0" i="0">
                <a:latin typeface="Arial"/>
                <a:ea typeface="Arial"/>
                <a:cs typeface="Arial"/>
              </a:defRPr>
            </a:lvl2pPr>
            <a:lvl3pPr marL="1371600" indent="-295275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050"/>
              <a:buChar char="•"/>
              <a:defRPr sz="1050" b="0" i="0"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400"/>
              <a:buChar char="•"/>
              <a:defRPr sz="1400"/>
            </a:lvl4pPr>
            <a:lvl5pPr marL="2286000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200"/>
              <a:buChar char="•"/>
              <a:defRPr sz="1200"/>
            </a:lvl5pPr>
            <a:lvl6pPr marL="27432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marL="32004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marL="36576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marL="41148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34" name="Google Shape;134;p20">
            <a:extLst xmlns:a="http://schemas.openxmlformats.org/drawingml/2006/main">
              <a:ext uri="{FF2B5EF4-FFF2-40B4-BE49-F238E27FC236}">
                <a16:creationId xmlns:a16="http://schemas.microsoft.com/office/drawing/2014/main" id="{1E3B348D-69F5-4700-8754-2B1A8A8875DE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27036" y="1441440"/>
            <a:ext cx="5091300" cy="451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400"/>
              <a:buChar char="▪"/>
              <a:defRPr sz="1400" b="0" i="0">
                <a:latin typeface="Lato"/>
                <a:ea typeface="Lato"/>
                <a:cs typeface="Lato"/>
              </a:defRPr>
            </a:lvl1pPr>
            <a:lvl2pPr marL="914400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200"/>
              <a:buChar char="•"/>
              <a:defRPr sz="1200" b="0" i="0">
                <a:latin typeface="Arial"/>
                <a:ea typeface="Arial"/>
                <a:cs typeface="Arial"/>
              </a:defRPr>
            </a:lvl2pPr>
            <a:lvl3pPr marL="1371600" indent="-295275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050"/>
              <a:buChar char="•"/>
              <a:defRPr sz="1050" b="0" i="0"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400"/>
              <a:buChar char="•"/>
              <a:defRPr sz="1400"/>
            </a:lvl4pPr>
            <a:lvl5pPr marL="2286000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200"/>
              <a:buChar char="•"/>
              <a:defRPr sz="1200"/>
            </a:lvl5pPr>
            <a:lvl6pPr marL="27432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marL="32004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marL="36576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marL="41148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35" name="Google Shape;135;p20">
            <a:extLst xmlns:a="http://schemas.openxmlformats.org/drawingml/2006/main">
              <a:ext uri="{FF2B5EF4-FFF2-40B4-BE49-F238E27FC236}">
                <a16:creationId xmlns:a16="http://schemas.microsoft.com/office/drawing/2014/main" id="{F48425C2-BEE0-4360-9596-3CB74762A09A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427037" y="277148"/>
            <a:ext cx="10942500" cy="43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b="0" i="0">
                <a:latin typeface="Lato"/>
                <a:ea typeface="Lato"/>
                <a:cs typeface="Lato"/>
              </a:defRPr>
            </a:lvl1pPr>
            <a:lvl2pPr marL="9144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marL="13716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marL="18288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marL="22860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marL="27432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marL="32004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marL="36576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marL="41148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21.xml><?xml version="1.0" encoding="utf-8"?>
<p:sldLayout xmlns:p="http://schemas.openxmlformats.org/presentationml/2006/main" showMasterSp="0" matchingName="Title Slide" preserve="1">
  <p:cSld name="Title Slide">
    <p:bg>
      <p:bgPr>
        <a:gradFill xmlns:a="http://schemas.openxmlformats.org/drawingml/2006/main">
          <a:gsLst>
            <a:gs pos="0">
              <a:schemeClr val="lt1"/>
            </a:gs>
            <a:gs pos="71000">
              <a:srgbClr val="E1E2E6"/>
            </a:gs>
            <a:gs pos="100000">
              <a:srgbClr val="E1E2E6"/>
            </a:gs>
          </a:gsLst>
          <a:lin ang="2700006" scaled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7" name="Google Shape;137;p21">
            <a:extLst xmlns:a="http://schemas.openxmlformats.org/drawingml/2006/main">
              <a:ext uri="{FF2B5EF4-FFF2-40B4-BE49-F238E27FC236}">
                <a16:creationId xmlns:a16="http://schemas.microsoft.com/office/drawing/2014/main" id="{D177387D-3569-4FCE-98E3-EEAD7275E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0585"/>
            <a:ext cx="12192000" cy="36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0" i="0" u="none" cap="none">
                <a:solidFill>
                  <a:schemeClr val="hlink"/>
                </a:solidFill>
                <a:latin typeface="Lato"/>
                <a:ea typeface="Lato"/>
                <a:cs typeface="Lato"/>
              </a:rPr>
              <a:t>www.uxlfoundation.org</a:t>
            </a:r>
            <a:endParaRPr sz="1200" b="0" i="0" u="none" cap="none">
              <a:solidFill>
                <a:srgbClr val="6F1BBA"/>
              </a:solidFill>
              <a:latin typeface="Lato"/>
              <a:ea typeface="Lato"/>
              <a:cs typeface="Lato"/>
            </a:endParaRPr>
          </a:p>
        </p:txBody>
      </p:sp>
      <p:pic>
        <p:nvPicPr>
          <p:cNvPr id="140" name="Google Shape;138;p2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08eab71c046452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206161" y="2085009"/>
            <a:ext cx="5779678" cy="215744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22.xml><?xml version="1.0" encoding="utf-8"?>
<p:sldLayout xmlns:p="http://schemas.openxmlformats.org/presentationml/2006/main" matchingName="Two Content 1" preserve="1">
  <p:cSld name="Two Content 1">
    <p:bg>
      <p:bgPr>
        <a:gradFill xmlns:a="http://schemas.openxmlformats.org/drawingml/2006/main">
          <a:gsLst>
            <a:gs pos="0">
              <a:schemeClr val="lt1"/>
            </a:gs>
            <a:gs pos="100000">
              <a:srgbClr val="E1E2E6"/>
            </a:gs>
          </a:gsLst>
          <a:lin ang="2700006" scaled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0" name="Google Shape;140;p22">
            <a:extLst xmlns:a="http://schemas.openxmlformats.org/drawingml/2006/main">
              <a:ext uri="{FF2B5EF4-FFF2-40B4-BE49-F238E27FC236}">
                <a16:creationId xmlns:a16="http://schemas.microsoft.com/office/drawing/2014/main" id="{69914F38-B09D-4779-A4ED-4B2E086D2E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866913"/>
            <a:ext cx="10515600" cy="132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b="1">
                <a:solidFill>
                  <a:srgbClr val="6F1BBA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41" name="Google Shape;141;p22">
            <a:extLst xmlns:a="http://schemas.openxmlformats.org/drawingml/2006/main">
              <a:ext uri="{FF2B5EF4-FFF2-40B4-BE49-F238E27FC236}">
                <a16:creationId xmlns:a16="http://schemas.microsoft.com/office/drawing/2014/main" id="{69B6FA08-B05C-4E88-8E52-0BF8367DB6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2328285"/>
            <a:ext cx="5181600" cy="43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1800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1pPr>
            <a:lvl2pPr marL="91440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23.xml><?xml version="1.0" encoding="utf-8"?>
<p:sldLayout xmlns:p="http://schemas.openxmlformats.org/presentationml/2006/main" matchingName="Title Slide" preserve="1">
  <p:cSld name="1_Title Slide">
    <p:bg>
      <p:bgPr>
        <a:gradFill xmlns:a="http://schemas.openxmlformats.org/drawingml/2006/main">
          <a:gsLst>
            <a:gs pos="0">
              <a:schemeClr val="lt1"/>
            </a:gs>
            <a:gs pos="71000">
              <a:srgbClr val="E1E2E6"/>
            </a:gs>
            <a:gs pos="100000">
              <a:srgbClr val="E1E2E6"/>
            </a:gs>
          </a:gsLst>
          <a:lin ang="2700006" scaled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3" name="Google Shape;143;p23">
            <a:extLst xmlns:a="http://schemas.openxmlformats.org/drawingml/2006/main">
              <a:ext uri="{FF2B5EF4-FFF2-40B4-BE49-F238E27FC236}">
                <a16:creationId xmlns:a16="http://schemas.microsoft.com/office/drawing/2014/main" id="{58014FB6-7A9F-463A-8A8C-8254EC9211D8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75930" y="1059610"/>
            <a:ext cx="4742400" cy="238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Lato"/>
              <a:buNone/>
              <a:defRPr sz="6000">
                <a:solidFill>
                  <a:srgbClr val="6F1BBA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</p:spTree>
  </p:cSld>
</p:sldLayout>
</file>

<file path=ppt/slideLayouts/slideLayout24.xml><?xml version="1.0" encoding="utf-8"?>
<p:sldLayout xmlns:p="http://schemas.openxmlformats.org/presentationml/2006/main" matchingNam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5" name="Google Shape;145;p24">
            <a:extLst xmlns:a="http://schemas.openxmlformats.org/drawingml/2006/main">
              <a:ext uri="{FF2B5EF4-FFF2-40B4-BE49-F238E27FC236}">
                <a16:creationId xmlns:a16="http://schemas.microsoft.com/office/drawing/2014/main" id="{18036E07-AEB9-406F-95B3-8EA0442BFF4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46" name="Google Shape;146;p24">
            <a:extLst xmlns:a="http://schemas.openxmlformats.org/drawingml/2006/main">
              <a:ext uri="{FF2B5EF4-FFF2-40B4-BE49-F238E27FC236}">
                <a16:creationId xmlns:a16="http://schemas.microsoft.com/office/drawing/2014/main" id="{887AD5CB-5A5D-4401-929E-C694A854A16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47" name="Google Shape;147;p24">
            <a:extLst xmlns:a="http://schemas.openxmlformats.org/drawingml/2006/main">
              <a:ext uri="{FF2B5EF4-FFF2-40B4-BE49-F238E27FC236}">
                <a16:creationId xmlns:a16="http://schemas.microsoft.com/office/drawing/2014/main" id="{5B05DDDD-F752-4EA7-B41E-62DCDABA9BB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5.xml><?xml version="1.0" encoding="utf-8"?>
<p:sldLayout xmlns:p="http://schemas.openxmlformats.org/presentationml/2006/main" matchingName="Compariso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9" name="Google Shape;149;p25">
            <a:extLst xmlns:a="http://schemas.openxmlformats.org/drawingml/2006/main">
              <a:ext uri="{FF2B5EF4-FFF2-40B4-BE49-F238E27FC236}">
                <a16:creationId xmlns:a16="http://schemas.microsoft.com/office/drawing/2014/main" id="{B0163DE0-2731-4804-9016-41DC430EE3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50" name="Google Shape;150;p25">
            <a:extLst xmlns:a="http://schemas.openxmlformats.org/drawingml/2006/main">
              <a:ext uri="{FF2B5EF4-FFF2-40B4-BE49-F238E27FC236}">
                <a16:creationId xmlns:a16="http://schemas.microsoft.com/office/drawing/2014/main" id="{EA73E023-0D77-4878-A09D-5BCACA3DB77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900" cy="82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51" name="Google Shape;151;p25">
            <a:extLst xmlns:a="http://schemas.openxmlformats.org/drawingml/2006/main">
              <a:ext uri="{FF2B5EF4-FFF2-40B4-BE49-F238E27FC236}">
                <a16:creationId xmlns:a16="http://schemas.microsoft.com/office/drawing/2014/main" id="{A9AB3DE5-B81B-450B-BD65-BC5E4A94692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505075"/>
            <a:ext cx="5157900" cy="368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52" name="Google Shape;152;p25">
            <a:extLst xmlns:a="http://schemas.openxmlformats.org/drawingml/2006/main">
              <a:ext uri="{FF2B5EF4-FFF2-40B4-BE49-F238E27FC236}">
                <a16:creationId xmlns:a16="http://schemas.microsoft.com/office/drawing/2014/main" id="{A78EEBE9-6000-4F72-831D-12777D773504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00" cy="82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53" name="Google Shape;153;p25">
            <a:extLst xmlns:a="http://schemas.openxmlformats.org/drawingml/2006/main">
              <a:ext uri="{FF2B5EF4-FFF2-40B4-BE49-F238E27FC236}">
                <a16:creationId xmlns:a16="http://schemas.microsoft.com/office/drawing/2014/main" id="{3F3F59ED-A382-4B5E-835E-6EEE40CF7521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6172200" y="2505075"/>
            <a:ext cx="5183100" cy="368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54" name="Google Shape;154;p25">
            <a:extLst xmlns:a="http://schemas.openxmlformats.org/drawingml/2006/main">
              <a:ext uri="{FF2B5EF4-FFF2-40B4-BE49-F238E27FC236}">
                <a16:creationId xmlns:a16="http://schemas.microsoft.com/office/drawing/2014/main" id="{9B5216FF-C0B1-47B5-B6A8-4C4F0D166BD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55" name="Google Shape;155;p25">
            <a:extLst xmlns:a="http://schemas.openxmlformats.org/drawingml/2006/main">
              <a:ext uri="{FF2B5EF4-FFF2-40B4-BE49-F238E27FC236}">
                <a16:creationId xmlns:a16="http://schemas.microsoft.com/office/drawing/2014/main" id="{888567BB-000A-4C13-87A7-BA72B851A65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56" name="Google Shape;156;p25">
            <a:extLst xmlns:a="http://schemas.openxmlformats.org/drawingml/2006/main">
              <a:ext uri="{FF2B5EF4-FFF2-40B4-BE49-F238E27FC236}">
                <a16:creationId xmlns:a16="http://schemas.microsoft.com/office/drawing/2014/main" id="{210BD380-4598-4078-A351-3BC8D7AC8F5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6.xml><?xml version="1.0" encoding="utf-8"?>
<p:sldLayout xmlns:p="http://schemas.openxmlformats.org/presentationml/2006/main" matchingName="Title Only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8" name="Google Shape;158;p26">
            <a:extLst xmlns:a="http://schemas.openxmlformats.org/drawingml/2006/main">
              <a:ext uri="{FF2B5EF4-FFF2-40B4-BE49-F238E27FC236}">
                <a16:creationId xmlns:a16="http://schemas.microsoft.com/office/drawing/2014/main" id="{17237156-E289-4D6E-BB79-AFE4F473F0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59" name="Google Shape;159;p26">
            <a:extLst xmlns:a="http://schemas.openxmlformats.org/drawingml/2006/main">
              <a:ext uri="{FF2B5EF4-FFF2-40B4-BE49-F238E27FC236}">
                <a16:creationId xmlns:a16="http://schemas.microsoft.com/office/drawing/2014/main" id="{6C998FA5-B629-45A0-B47D-E1513ECA812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60" name="Google Shape;160;p26">
            <a:extLst xmlns:a="http://schemas.openxmlformats.org/drawingml/2006/main">
              <a:ext uri="{FF2B5EF4-FFF2-40B4-BE49-F238E27FC236}">
                <a16:creationId xmlns:a16="http://schemas.microsoft.com/office/drawing/2014/main" id="{595BFD19-0773-4D6B-A5D8-2FFD76B42B7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61" name="Google Shape;161;p26">
            <a:extLst xmlns:a="http://schemas.openxmlformats.org/drawingml/2006/main">
              <a:ext uri="{FF2B5EF4-FFF2-40B4-BE49-F238E27FC236}">
                <a16:creationId xmlns:a16="http://schemas.microsoft.com/office/drawing/2014/main" id="{565EFDB0-E936-4145-B034-342BAEDA2A4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7.xml><?xml version="1.0" encoding="utf-8"?>
<p:sldLayout xmlns:p="http://schemas.openxmlformats.org/presentationml/2006/main" matchingName="Content with Captio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3" name="Google Shape;163;p27">
            <a:extLst xmlns:a="http://schemas.openxmlformats.org/drawingml/2006/main">
              <a:ext uri="{FF2B5EF4-FFF2-40B4-BE49-F238E27FC236}">
                <a16:creationId xmlns:a16="http://schemas.microsoft.com/office/drawing/2014/main" id="{C86498F3-C169-4A74-8A14-3D2563F80D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1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Lato"/>
              <a:buNone/>
              <a:defRPr sz="32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64" name="Google Shape;164;p27">
            <a:extLst xmlns:a="http://schemas.openxmlformats.org/drawingml/2006/main">
              <a:ext uri="{FF2B5EF4-FFF2-40B4-BE49-F238E27FC236}">
                <a16:creationId xmlns:a16="http://schemas.microsoft.com/office/drawing/2014/main" id="{D7977B0D-7C29-4199-9763-B620F034DAE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83188" y="987425"/>
            <a:ext cx="6172200" cy="487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65" name="Google Shape;165;p27">
            <a:extLst xmlns:a="http://schemas.openxmlformats.org/drawingml/2006/main">
              <a:ext uri="{FF2B5EF4-FFF2-40B4-BE49-F238E27FC236}">
                <a16:creationId xmlns:a16="http://schemas.microsoft.com/office/drawing/2014/main" id="{F10F3DE8-4E2B-4CA9-8103-05B4D6025A0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100" cy="381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66" name="Google Shape;166;p27">
            <a:extLst xmlns:a="http://schemas.openxmlformats.org/drawingml/2006/main">
              <a:ext uri="{FF2B5EF4-FFF2-40B4-BE49-F238E27FC236}">
                <a16:creationId xmlns:a16="http://schemas.microsoft.com/office/drawing/2014/main" id="{92B66F0A-D21F-4EA2-A4A9-E2A991D639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67" name="Google Shape;167;p27">
            <a:extLst xmlns:a="http://schemas.openxmlformats.org/drawingml/2006/main">
              <a:ext uri="{FF2B5EF4-FFF2-40B4-BE49-F238E27FC236}">
                <a16:creationId xmlns:a16="http://schemas.microsoft.com/office/drawing/2014/main" id="{AF916E2D-D276-4C31-8062-719FA6F3BDE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68" name="Google Shape;168;p27">
            <a:extLst xmlns:a="http://schemas.openxmlformats.org/drawingml/2006/main">
              <a:ext uri="{FF2B5EF4-FFF2-40B4-BE49-F238E27FC236}">
                <a16:creationId xmlns:a16="http://schemas.microsoft.com/office/drawing/2014/main" id="{82FB7459-2188-4428-A558-7A692F6837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8.xml><?xml version="1.0" encoding="utf-8"?>
<p:sldLayout xmlns:p="http://schemas.openxmlformats.org/presentationml/2006/main" matchingName="Title and Vertical Text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0" name="Google Shape;170;p28">
            <a:extLst xmlns:a="http://schemas.openxmlformats.org/drawingml/2006/main">
              <a:ext uri="{FF2B5EF4-FFF2-40B4-BE49-F238E27FC236}">
                <a16:creationId xmlns:a16="http://schemas.microsoft.com/office/drawing/2014/main" id="{18CDD3B8-D52C-45E6-AC35-198899B591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71" name="Google Shape;171;p28">
            <a:extLst xmlns:a="http://schemas.openxmlformats.org/drawingml/2006/main">
              <a:ext uri="{FF2B5EF4-FFF2-40B4-BE49-F238E27FC236}">
                <a16:creationId xmlns:a16="http://schemas.microsoft.com/office/drawing/2014/main" id="{957F6610-19B4-47EE-8AA6-3887E2C304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3920400" y="-1256575"/>
            <a:ext cx="4351200" cy="1051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72" name="Google Shape;172;p28">
            <a:extLst xmlns:a="http://schemas.openxmlformats.org/drawingml/2006/main">
              <a:ext uri="{FF2B5EF4-FFF2-40B4-BE49-F238E27FC236}">
                <a16:creationId xmlns:a16="http://schemas.microsoft.com/office/drawing/2014/main" id="{7C009DE0-D79C-453D-9745-4987577896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73" name="Google Shape;173;p28">
            <a:extLst xmlns:a="http://schemas.openxmlformats.org/drawingml/2006/main">
              <a:ext uri="{FF2B5EF4-FFF2-40B4-BE49-F238E27FC236}">
                <a16:creationId xmlns:a16="http://schemas.microsoft.com/office/drawing/2014/main" id="{D74E4F42-8D42-44EE-9EB4-9604282B83B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74" name="Google Shape;174;p28">
            <a:extLst xmlns:a="http://schemas.openxmlformats.org/drawingml/2006/main">
              <a:ext uri="{FF2B5EF4-FFF2-40B4-BE49-F238E27FC236}">
                <a16:creationId xmlns:a16="http://schemas.microsoft.com/office/drawing/2014/main" id="{0427B89F-9EE2-473E-BD1B-268A3128C17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9.xml><?xml version="1.0" encoding="utf-8"?>
<p:sldLayout xmlns:p="http://schemas.openxmlformats.org/presentationml/2006/main" matchingName="Vertical Title and Text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6" name="Google Shape;176;p29">
            <a:extLst xmlns:a="http://schemas.openxmlformats.org/drawingml/2006/main">
              <a:ext uri="{FF2B5EF4-FFF2-40B4-BE49-F238E27FC236}">
                <a16:creationId xmlns:a16="http://schemas.microsoft.com/office/drawing/2014/main" id="{DA0DA2E3-AC1B-4F27-B76F-8DD76C462F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7133400" y="1956625"/>
            <a:ext cx="5811900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77" name="Google Shape;177;p29">
            <a:extLst xmlns:a="http://schemas.openxmlformats.org/drawingml/2006/main">
              <a:ext uri="{FF2B5EF4-FFF2-40B4-BE49-F238E27FC236}">
                <a16:creationId xmlns:a16="http://schemas.microsoft.com/office/drawing/2014/main" id="{576DCD83-FED1-42E6-B034-3814457F1F4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799400" y="-596075"/>
            <a:ext cx="5811900" cy="773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78" name="Google Shape;178;p29">
            <a:extLst xmlns:a="http://schemas.openxmlformats.org/drawingml/2006/main">
              <a:ext uri="{FF2B5EF4-FFF2-40B4-BE49-F238E27FC236}">
                <a16:creationId xmlns:a16="http://schemas.microsoft.com/office/drawing/2014/main" id="{2D9E0BCC-1DCE-4701-A374-1E37DC02A31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79" name="Google Shape;179;p29">
            <a:extLst xmlns:a="http://schemas.openxmlformats.org/drawingml/2006/main">
              <a:ext uri="{FF2B5EF4-FFF2-40B4-BE49-F238E27FC236}">
                <a16:creationId xmlns:a16="http://schemas.microsoft.com/office/drawing/2014/main" id="{9EDE0C8D-CB43-4C76-9C33-96CB78000B7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80" name="Google Shape;180;p29">
            <a:extLst xmlns:a="http://schemas.openxmlformats.org/drawingml/2006/main">
              <a:ext uri="{FF2B5EF4-FFF2-40B4-BE49-F238E27FC236}">
                <a16:creationId xmlns:a16="http://schemas.microsoft.com/office/drawing/2014/main" id="{61580EEE-019F-4C46-B820-897793C3A62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f24fa480c5d42ab" /><Relationship Type="http://schemas.openxmlformats.org/officeDocument/2006/relationships/slideLayout" Target="/ppt/slideLayouts/slideLayout1.xml" Id="R65d9f14ba2e946e6" /><Relationship Type="http://schemas.openxmlformats.org/officeDocument/2006/relationships/slideLayout" Target="/ppt/slideLayouts/slideLayout2.xml" Id="R863b0a863cfa450b" /><Relationship Type="http://schemas.openxmlformats.org/officeDocument/2006/relationships/slideLayout" Target="/ppt/slideLayouts/slideLayout3.xml" Id="R3b821b99bf704db9" /><Relationship Type="http://schemas.openxmlformats.org/officeDocument/2006/relationships/slideLayout" Target="/ppt/slideLayouts/slideLayout4.xml" Id="R3158fed30c9c4980" /><Relationship Type="http://schemas.openxmlformats.org/officeDocument/2006/relationships/slideLayout" Target="/ppt/slideLayouts/slideLayout5.xml" Id="R10cefa88d1f7451a" /><Relationship Type="http://schemas.openxmlformats.org/officeDocument/2006/relationships/slideLayout" Target="/ppt/slideLayouts/slideLayout6.xml" Id="Re7411dbde4ef4a67" /><Relationship Type="http://schemas.openxmlformats.org/officeDocument/2006/relationships/slideLayout" Target="/ppt/slideLayouts/slideLayout7.xml" Id="R2569a27c74a24d9f" /><Relationship Type="http://schemas.openxmlformats.org/officeDocument/2006/relationships/slideLayout" Target="/ppt/slideLayouts/slideLayout8.xml" Id="R964c333001d7497a" /><Relationship Type="http://schemas.openxmlformats.org/officeDocument/2006/relationships/slideLayout" Target="/ppt/slideLayouts/slideLayout9.xml" Id="R4de2992147104962" /><Relationship Type="http://schemas.openxmlformats.org/officeDocument/2006/relationships/slideLayout" Target="/ppt/slideLayouts/slideLayout10.xml" Id="R35aa6dc58c2b48e9" /><Relationship Type="http://schemas.openxmlformats.org/officeDocument/2006/relationships/slideLayout" Target="/ppt/slideLayouts/slideLayout11.xml" Id="R0adc3067c2fd4329" /><Relationship Type="http://schemas.openxmlformats.org/officeDocument/2006/relationships/slideLayout" Target="/ppt/slideLayouts/slideLayout12.xml" Id="R8683bf8e4c5d400f" /><Relationship Type="http://schemas.openxmlformats.org/officeDocument/2006/relationships/slideLayout" Target="/ppt/slideLayouts/slideLayout13.xml" Id="R19fdd6f620874314" /><Relationship Type="http://schemas.openxmlformats.org/officeDocument/2006/relationships/slideLayout" Target="/ppt/slideLayouts/slideLayout14.xml" Id="Rf569f4cd8379481d" /><Relationship Type="http://schemas.openxmlformats.org/officeDocument/2006/relationships/slideLayout" Target="/ppt/slideLayouts/slideLayout15.xml" Id="R3f7fc20d48aa41db" /><Relationship Type="http://schemas.openxmlformats.org/officeDocument/2006/relationships/slideLayout" Target="/ppt/slideLayouts/slideLayout16.xml" Id="R839cb4d092c84e29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image" Target="/ppt/media/image.png" Id="R2cd8b364cb844321" /><Relationship Type="http://schemas.openxmlformats.org/officeDocument/2006/relationships/theme" Target="/ppt/slideMasters/theme/theme3.xml" Id="R70df478da96e410e" /><Relationship Type="http://schemas.openxmlformats.org/officeDocument/2006/relationships/slideLayout" Target="/ppt/slideLayouts/slideLayout17.xml" Id="R995f7554a1a84464" /><Relationship Type="http://schemas.openxmlformats.org/officeDocument/2006/relationships/slideLayout" Target="/ppt/slideLayouts/slideLayout18.xml" Id="R8ffabaebae644992" /><Relationship Type="http://schemas.openxmlformats.org/officeDocument/2006/relationships/slideLayout" Target="/ppt/slideLayouts/slideLayout19.xml" Id="R6a39c22a9c744190" /><Relationship Type="http://schemas.openxmlformats.org/officeDocument/2006/relationships/slideLayout" Target="/ppt/slideLayouts/slideLayout20.xml" Id="Rbadeaedb403844cb" /><Relationship Type="http://schemas.openxmlformats.org/officeDocument/2006/relationships/slideLayout" Target="/ppt/slideLayouts/slideLayout21.xml" Id="R5a610fbee74949e3" /><Relationship Type="http://schemas.openxmlformats.org/officeDocument/2006/relationships/slideLayout" Target="/ppt/slideLayouts/slideLayout22.xml" Id="Ree22addc3ff54dfd" /><Relationship Type="http://schemas.openxmlformats.org/officeDocument/2006/relationships/slideLayout" Target="/ppt/slideLayouts/slideLayout23.xml" Id="R5223fa5030be417b" /><Relationship Type="http://schemas.openxmlformats.org/officeDocument/2006/relationships/slideLayout" Target="/ppt/slideLayouts/slideLayout24.xml" Id="R026ab58136164aba" /><Relationship Type="http://schemas.openxmlformats.org/officeDocument/2006/relationships/slideLayout" Target="/ppt/slideLayouts/slideLayout25.xml" Id="R72acf4c389614937" /><Relationship Type="http://schemas.openxmlformats.org/officeDocument/2006/relationships/slideLayout" Target="/ppt/slideLayouts/slideLayout26.xml" Id="R27d20656611f4e6e" /><Relationship Type="http://schemas.openxmlformats.org/officeDocument/2006/relationships/slideLayout" Target="/ppt/slideLayouts/slideLayout27.xml" Id="Rd00af143fb3944cc" /><Relationship Type="http://schemas.openxmlformats.org/officeDocument/2006/relationships/slideLayout" Target="/ppt/slideLayouts/slideLayout28.xml" Id="Rd027975a02c2466a" /><Relationship Type="http://schemas.openxmlformats.org/officeDocument/2006/relationships/slideLayout" Target="/ppt/slideLayouts/slideLayout29.xml" Id="R0d804efae3184655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9EC5AEF3-146E-4474-BD9F-C506FE841B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7" y="631186"/>
            <a:ext cx="10969200" cy="76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5400"/>
              <a:buFont typeface="Lato Black"/>
              <a:buNone/>
              <a:defRPr sz="5400" b="0" i="0" u="none" cap="none">
                <a:solidFill>
                  <a:srgbClr val="07083C"/>
                </a:solidFill>
                <a:latin typeface="Lato Black"/>
                <a:ea typeface="Lato Black"/>
                <a:cs typeface="Lato Black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5C224F27-C0BD-48B7-BCF5-1E9C7754FA9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11357" y="2107250"/>
            <a:ext cx="10969200" cy="358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marR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1pPr>
            <a:lvl2pPr marL="914400" marR="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2pPr>
            <a:lvl3pPr marL="1371600" marR="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3pPr>
            <a:lvl4pPr marL="1828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4pPr>
            <a:lvl5pPr marL="2286000" marR="0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5pPr>
            <a:lvl6pPr marL="27432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6pPr>
            <a:lvl7pPr marL="32004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7pPr>
            <a:lvl8pPr marL="36576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8pPr>
            <a:lvl9pPr marL="4114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84EEE00A-7FF9-4A8B-A64D-B723F419F5A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9" name="Google Shape;9;p1">
            <a:extLst xmlns:a="http://schemas.openxmlformats.org/drawingml/2006/main">
              <a:ext uri="{FF2B5EF4-FFF2-40B4-BE49-F238E27FC236}">
                <a16:creationId xmlns:a16="http://schemas.microsoft.com/office/drawing/2014/main" id="{C7C7C4D6-0D56-4CC4-9689-6F0E3BF3214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889133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cap="none">
                <a:solidFill>
                  <a:srgbClr val="1D2F75"/>
                </a:solidFill>
                <a:latin typeface="Lato Light"/>
                <a:ea typeface="Lato Light"/>
                <a:cs typeface="Lato Light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9pPr>
          </a:lstStyle>
          <a:p xmlns:a="http://schemas.openxmlformats.org/drawingml/2006/main"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5d9f14ba2e946e6"/>
    <p:sldLayoutId xmlns:r="http://schemas.openxmlformats.org/officeDocument/2006/relationships" id="2147483650" r:id="R863b0a863cfa450b"/>
    <p:sldLayoutId xmlns:r="http://schemas.openxmlformats.org/officeDocument/2006/relationships" id="2147483651" r:id="R3b821b99bf704db9"/>
    <p:sldLayoutId xmlns:r="http://schemas.openxmlformats.org/officeDocument/2006/relationships" id="2147483652" r:id="R3158fed30c9c4980"/>
    <p:sldLayoutId xmlns:r="http://schemas.openxmlformats.org/officeDocument/2006/relationships" id="2147483653" r:id="R10cefa88d1f7451a"/>
    <p:sldLayoutId xmlns:r="http://schemas.openxmlformats.org/officeDocument/2006/relationships" id="2147483654" r:id="Re7411dbde4ef4a67"/>
    <p:sldLayoutId xmlns:r="http://schemas.openxmlformats.org/officeDocument/2006/relationships" id="2147483655" r:id="R2569a27c74a24d9f"/>
    <p:sldLayoutId xmlns:r="http://schemas.openxmlformats.org/officeDocument/2006/relationships" id="2147483656" r:id="R964c333001d7497a"/>
    <p:sldLayoutId xmlns:r="http://schemas.openxmlformats.org/officeDocument/2006/relationships" id="2147483657" r:id="R4de2992147104962"/>
    <p:sldLayoutId xmlns:r="http://schemas.openxmlformats.org/officeDocument/2006/relationships" id="2147483658" r:id="R35aa6dc58c2b48e9"/>
    <p:sldLayoutId xmlns:r="http://schemas.openxmlformats.org/officeDocument/2006/relationships" id="2147483659" r:id="R0adc3067c2fd4329"/>
    <p:sldLayoutId xmlns:r="http://schemas.openxmlformats.org/officeDocument/2006/relationships" id="2147483660" r:id="R8683bf8e4c5d400f"/>
    <p:sldLayoutId xmlns:r="http://schemas.openxmlformats.org/officeDocument/2006/relationships" id="2147483661" r:id="R19fdd6f620874314"/>
    <p:sldLayoutId xmlns:r="http://schemas.openxmlformats.org/officeDocument/2006/relationships" id="2147483662" r:id="Rf569f4cd8379481d"/>
    <p:sldLayoutId xmlns:r="http://schemas.openxmlformats.org/officeDocument/2006/relationships" id="2147483663" r:id="R3f7fc20d48aa41db"/>
    <p:sldLayoutId xmlns:r="http://schemas.openxmlformats.org/officeDocument/2006/relationships" id="2147483664" r:id="R839cb4d092c84e29"/>
  </p:sldLayoutIdLst>
  <p:hf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xmlns:a="http://schemas.openxmlformats.org/drawingml/2006/main" val="A4A3A4"/>
          </p15:clr>
        </p15:guide>
        <p15:guide id="2" pos="3840">
          <p15:clr>
            <a:srgbClr xmlns:a="http://schemas.openxmlformats.org/drawingml/2006/main" val="A4A3A4"/>
          </p15:clr>
        </p15:guide>
        <p15:guide id="3" pos="240">
          <p15:clr>
            <a:srgbClr xmlns:a="http://schemas.openxmlformats.org/drawingml/2006/main" val="547EBF"/>
          </p15:clr>
        </p15:guide>
        <p15:guide id="4" orient="horz" pos="240">
          <p15:clr>
            <a:srgbClr xmlns:a="http://schemas.openxmlformats.org/drawingml/2006/main" val="547EBF"/>
          </p15:clr>
        </p15:guide>
        <p15:guide id="5" pos="7440">
          <p15:clr>
            <a:srgbClr xmlns:a="http://schemas.openxmlformats.org/drawingml/2006/main" val="547EBF"/>
          </p15:clr>
        </p15:guide>
        <p15:guide id="6" orient="horz" pos="4080">
          <p15:clr>
            <a:srgbClr xmlns:a="http://schemas.openxmlformats.org/drawingml/2006/main" val="547EBF"/>
          </p15:clr>
        </p15:guide>
        <p15:guide id="7" pos="3960">
          <p15:clr>
            <a:srgbClr xmlns:a="http://schemas.openxmlformats.org/drawingml/2006/main" val="547EBF"/>
          </p15:clr>
        </p15:guide>
        <p15:guide id="8" pos="3720">
          <p15:clr>
            <a:srgbClr xmlns:a="http://schemas.openxmlformats.org/drawingml/2006/main" val="547EBF"/>
          </p15:clr>
        </p15:guide>
        <p15:guide id="9" pos="2112">
          <p15:clr>
            <a:srgbClr xmlns:a="http://schemas.openxmlformats.org/drawingml/2006/main" val="547EBF"/>
          </p15:clr>
        </p15:guide>
        <p15:guide id="10" pos="1848">
          <p15:clr>
            <a:srgbClr xmlns:a="http://schemas.openxmlformats.org/drawingml/2006/main" val="547EBF"/>
          </p15:clr>
        </p15:guide>
        <p15:guide id="11" pos="5568">
          <p15:clr>
            <a:srgbClr xmlns:a="http://schemas.openxmlformats.org/drawingml/2006/main" val="547EBF"/>
          </p15:clr>
        </p15:guide>
        <p15:guide id="12" pos="5832">
          <p15:clr>
            <a:srgbClr xmlns:a="http://schemas.openxmlformats.org/drawingml/2006/main" val="547EBF"/>
          </p15:clr>
        </p15:guide>
        <p15:guide id="13" pos="4968">
          <p15:clr>
            <a:srgbClr xmlns:a="http://schemas.openxmlformats.org/drawingml/2006/main" val="9FCC3B"/>
          </p15:clr>
        </p15:guide>
        <p15:guide id="14" pos="5208">
          <p15:clr>
            <a:srgbClr xmlns:a="http://schemas.openxmlformats.org/drawingml/2006/main" val="9FCC3B"/>
          </p15:clr>
        </p15:guide>
        <p15:guide id="15" pos="2712">
          <p15:clr>
            <a:srgbClr xmlns:a="http://schemas.openxmlformats.org/drawingml/2006/main" val="9FCC3B"/>
          </p15:clr>
        </p15:guide>
        <p15:guide id="16" pos="2472">
          <p15:clr>
            <a:srgbClr xmlns:a="http://schemas.openxmlformats.org/drawingml/2006/main" val="9FCC3B"/>
          </p15:clr>
        </p15:guide>
      </p15:sldGuideLst>
    </p:ext>
  </p:extLst>
</p:sldMaster>
</file>

<file path=ppt/slideMasters/slideMaster2.xml><?xml version="1.0" encoding="utf-8"?>
<p:sldMaster xmlns:p="http://schemas.openxmlformats.org/presentationml/2006/main">
  <p:cSld>
    <p:bg>
      <p:bgPr>
        <a:gradFill xmlns:a="http://schemas.openxmlformats.org/drawingml/2006/main">
          <a:gsLst>
            <a:gs pos="0">
              <a:schemeClr val="lt1"/>
            </a:gs>
            <a:gs pos="100000">
              <a:srgbClr val="E1E2E6"/>
            </a:gs>
          </a:gsLst>
          <a:lin ang="2700006" scaled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0" name="Google Shape;110;p16">
            <a:extLst xmlns:a="http://schemas.openxmlformats.org/drawingml/2006/main">
              <a:ext uri="{FF2B5EF4-FFF2-40B4-BE49-F238E27FC236}">
                <a16:creationId xmlns:a16="http://schemas.microsoft.com/office/drawing/2014/main" id="{8B954CDD-8DB1-445C-B12E-A861831D03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Lato"/>
              <a:buNone/>
              <a:defRPr sz="4400" b="0" i="0" u="none" cap="none">
                <a:solidFill>
                  <a:schemeClr val="dk1"/>
                </a:solidFill>
                <a:latin typeface="Lato"/>
                <a:ea typeface="Lato"/>
                <a:cs typeface="Lato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11" name="Google Shape;111;p16">
            <a:extLst xmlns:a="http://schemas.openxmlformats.org/drawingml/2006/main">
              <a:ext uri="{FF2B5EF4-FFF2-40B4-BE49-F238E27FC236}">
                <a16:creationId xmlns:a16="http://schemas.microsoft.com/office/drawing/2014/main" id="{5A15C7F4-DB49-403C-8A91-C8427BE09BD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marR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cap="none">
                <a:solidFill>
                  <a:schemeClr val="dk1"/>
                </a:solidFill>
                <a:latin typeface="Lato"/>
                <a:ea typeface="Lato"/>
                <a:cs typeface="Lato"/>
              </a:defRPr>
            </a:lvl1pPr>
            <a:lvl2pPr marL="914400" marR="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cap="none">
                <a:solidFill>
                  <a:schemeClr val="dk1"/>
                </a:solidFill>
                <a:latin typeface="Lato"/>
                <a:ea typeface="Lato"/>
                <a:cs typeface="Lato"/>
              </a:defRPr>
            </a:lvl2pPr>
            <a:lvl3pPr marL="1371600" marR="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Lato"/>
                <a:ea typeface="Lato"/>
                <a:cs typeface="Lato"/>
              </a:defRPr>
            </a:lvl3pPr>
            <a:lvl4pPr marL="1828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Lato"/>
                <a:ea typeface="Lato"/>
                <a:cs typeface="Lato"/>
              </a:defRPr>
            </a:lvl4pPr>
            <a:lvl5pPr marL="22860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Lato"/>
                <a:ea typeface="Lato"/>
                <a:cs typeface="Lato"/>
              </a:defRPr>
            </a:lvl5pPr>
            <a:lvl6pPr marL="27432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12" name="Google Shape;112;p16">
            <a:extLst xmlns:a="http://schemas.openxmlformats.org/drawingml/2006/main">
              <a:ext uri="{FF2B5EF4-FFF2-40B4-BE49-F238E27FC236}">
                <a16:creationId xmlns:a16="http://schemas.microsoft.com/office/drawing/2014/main" id="{0A43D64C-3A01-4DF1-BD89-00935A68EF3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13" name="Google Shape;113;p16">
            <a:extLst xmlns:a="http://schemas.openxmlformats.org/drawingml/2006/main">
              <a:ext uri="{FF2B5EF4-FFF2-40B4-BE49-F238E27FC236}">
                <a16:creationId xmlns:a16="http://schemas.microsoft.com/office/drawing/2014/main" id="{0CBBCAA4-6C09-47F2-AC00-B39A01C173C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14" name="Google Shape;114;p16">
            <a:extLst xmlns:a="http://schemas.openxmlformats.org/drawingml/2006/main">
              <a:ext uri="{FF2B5EF4-FFF2-40B4-BE49-F238E27FC236}">
                <a16:creationId xmlns:a16="http://schemas.microsoft.com/office/drawing/2014/main" id="{E43720DE-F362-48F8-8492-8468D562B0B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115" name="Google Shape;115;p16">
            <a:extLst xmlns:a="http://schemas.openxmlformats.org/drawingml/2006/main">
              <a:ext uri="{FF2B5EF4-FFF2-40B4-BE49-F238E27FC236}">
                <a16:creationId xmlns:a16="http://schemas.microsoft.com/office/drawing/2014/main" id="{85C8A072-4906-4503-8B5F-F1A4AB04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0585"/>
            <a:ext cx="12192000" cy="36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0" i="0" u="none" cap="none">
                <a:solidFill>
                  <a:schemeClr val="accent1"/>
                </a:solidFill>
                <a:latin typeface="Lato"/>
                <a:ea typeface="Lato"/>
                <a:cs typeface="Lato"/>
              </a:rPr>
              <a:t>www.uxlfoundation.org</a:t>
            </a:r>
            <a:endParaRPr sz="1200" b="0" i="0" u="none" cap="none">
              <a:solidFill>
                <a:schemeClr val="accent1"/>
              </a:solidFill>
              <a:latin typeface="Lato"/>
              <a:ea typeface="Lato"/>
              <a:cs typeface="Lato"/>
            </a:endParaRPr>
          </a:p>
        </p:txBody>
      </p:sp>
      <p:pic>
        <p:nvPicPr>
          <p:cNvPr id="123" name="Google Shape;116;p1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cd8b364cb84432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714222" y="6131169"/>
            <a:ext cx="1272308" cy="47341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6" r:id="R995f7554a1a84464"/>
    <p:sldLayoutId xmlns:r="http://schemas.openxmlformats.org/officeDocument/2006/relationships" id="2147483667" r:id="R8ffabaebae644992"/>
    <p:sldLayoutId xmlns:r="http://schemas.openxmlformats.org/officeDocument/2006/relationships" id="2147483668" r:id="R6a39c22a9c744190"/>
    <p:sldLayoutId xmlns:r="http://schemas.openxmlformats.org/officeDocument/2006/relationships" id="2147483669" r:id="Rbadeaedb403844cb"/>
    <p:sldLayoutId xmlns:r="http://schemas.openxmlformats.org/officeDocument/2006/relationships" id="2147483670" r:id="R5a610fbee74949e3"/>
    <p:sldLayoutId xmlns:r="http://schemas.openxmlformats.org/officeDocument/2006/relationships" id="2147483671" r:id="Ree22addc3ff54dfd"/>
    <p:sldLayoutId xmlns:r="http://schemas.openxmlformats.org/officeDocument/2006/relationships" id="2147483672" r:id="R5223fa5030be417b"/>
    <p:sldLayoutId xmlns:r="http://schemas.openxmlformats.org/officeDocument/2006/relationships" id="2147483673" r:id="R026ab58136164aba"/>
    <p:sldLayoutId xmlns:r="http://schemas.openxmlformats.org/officeDocument/2006/relationships" id="2147483674" r:id="R72acf4c389614937"/>
    <p:sldLayoutId xmlns:r="http://schemas.openxmlformats.org/officeDocument/2006/relationships" id="2147483675" r:id="R27d20656611f4e6e"/>
    <p:sldLayoutId xmlns:r="http://schemas.openxmlformats.org/officeDocument/2006/relationships" id="2147483676" r:id="Rd00af143fb3944cc"/>
    <p:sldLayoutId xmlns:r="http://schemas.openxmlformats.org/officeDocument/2006/relationships" id="2147483677" r:id="Rd027975a02c2466a"/>
    <p:sldLayoutId xmlns:r="http://schemas.openxmlformats.org/officeDocument/2006/relationships" id="2147483678" r:id="R0d804efae3184655"/>
  </p:sldLayoutIdLst>
  <p:hf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1_UXL Foundation Theme">
  <a:themeElements>
    <a:clrScheme name="Custom 6">
      <a:dk1>
        <a:srgbClr val="000000"/>
      </a:dk1>
      <a:lt1>
        <a:srgbClr val="FFFFFF"/>
      </a:lt1>
      <a:dk2>
        <a:srgbClr val="07083C"/>
      </a:dk2>
      <a:lt2>
        <a:srgbClr val="E7E6E6"/>
      </a:lt2>
      <a:accent1>
        <a:srgbClr val="A003EC"/>
      </a:accent1>
      <a:accent2>
        <a:srgbClr val="1D2F75"/>
      </a:accent2>
      <a:accent3>
        <a:srgbClr val="1D2F75"/>
      </a:accent3>
      <a:accent4>
        <a:srgbClr val="FFC000"/>
      </a:accent4>
      <a:accent5>
        <a:srgbClr val="03C9C6"/>
      </a:accent5>
      <a:accent6>
        <a:srgbClr val="00B0F0"/>
      </a:accent6>
      <a:hlink>
        <a:srgbClr val="0070C0"/>
      </a:hlink>
      <a:folHlink>
        <a:srgbClr val="FF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ustom 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UXL Foundation Theme">
  <a:themeElements>
    <a:clrScheme name="ChatGPT">
      <a:dk1>
        <a:srgbClr val="000000"/>
      </a:dk1>
      <a:lt1>
        <a:srgbClr val="FFFFFF"/>
      </a:lt1>
      <a:dk2>
        <a:srgbClr val="888C9B"/>
      </a:dk2>
      <a:lt2>
        <a:srgbClr val="F3F3F3"/>
      </a:lt2>
      <a:accent1>
        <a:srgbClr val="4308E5"/>
      </a:accent1>
      <a:accent2>
        <a:srgbClr val="FF5050"/>
      </a:accent2>
      <a:accent3>
        <a:srgbClr val="00FFFF"/>
      </a:accent3>
      <a:accent4>
        <a:srgbClr val="220473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436597e454c5430e" /><Relationship Type="http://schemas.openxmlformats.org/officeDocument/2006/relationships/notesSlide" Target="/ppt/notesSlides/notesSlide1.xml" Id="R4f0ad21db08d4ca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cf4d0a2ef5514805" /><Relationship Type="http://schemas.openxmlformats.org/officeDocument/2006/relationships/notesSlide" Target="/ppt/notesSlides/notesSlide2.xml" Id="R060a3ca3714c439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ae7a4623fe4c4b1d" /><Relationship Type="http://schemas.openxmlformats.org/officeDocument/2006/relationships/notesSlide" Target="/ppt/notesSlides/notesSlide3.xml" Id="Re5ddd5e5f3af400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d3f4c9e2ac014c8d" /><Relationship Type="http://schemas.openxmlformats.org/officeDocument/2006/relationships/notesSlide" Target="/ppt/notesSlides/notesSlide4.xml" Id="R1ba33cafdab1468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9d88d88dbdb046c1" /><Relationship Type="http://schemas.openxmlformats.org/officeDocument/2006/relationships/notesSlide" Target="/ppt/notesSlides/notesSlide5.xml" Id="R743c57ae2b074c4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dfe5401725d741a7" /><Relationship Type="http://schemas.openxmlformats.org/officeDocument/2006/relationships/notesSlide" Target="/ppt/notesSlides/notesSlide6.xml" Id="Rabcc1a7af3384a5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C2A24-546D-C55C-2C52-97A4957F6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1619250"/>
            <a:ext cx="10515600" cy="1762125"/>
          </a:xfrm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Aft>
                <a:spcPts val="12"/>
              </a:spcAft>
              <a:buNone/>
              <a:defRPr>
                <a:solidFill>
                  <a:srgbClr val="6F1BBA"/>
                </a:solidFill>
              </a:defRPr>
            </a:pPr>
            <a:r>
              <a:rPr sz="1350" b="1">
                <a:solidFill>
                  <a:srgbClr val="6F1BBA"/>
                </a:solidFill>
              </a:rPr>
              <a:t>UXL SKILLS EVALUATOR</a:t>
            </a:r>
          </a:p>
          <a:p xmlns:a="http://schemas.openxmlformats.org/drawingml/2006/main">
            <a:pPr algn="l">
              <a:buNone/>
              <a:defRPr>
                <a:solidFill>
                  <a:srgbClr val="6F1BBA"/>
                </a:solidFill>
              </a:defRPr>
            </a:pPr>
            <a:r>
              <a:rPr sz="4350">
                <a:solidFill>
                  <a:srgbClr val="6F1BBA"/>
                </a:solidFill>
              </a:rPr>
              <a:t>oneDNN Skill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CF5C9F1-2691-0BC9-F1E1-01CECB857F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714750"/>
            <a:ext cx="9906000" cy="1285875"/>
          </a:xfrm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Aft>
                <a:spcPts val="16"/>
              </a:spcAft>
              <a:buNone/>
              <a:defRPr>
                <a:solidFill>
                  <a:srgbClr val="07083C"/>
                </a:solidFill>
              </a:defRPr>
            </a:pPr>
            <a:r>
              <a:rPr sz="2175">
                <a:solidFill>
                  <a:srgbClr val="07083C"/>
                </a:solidFill>
              </a:rPr>
              <a:t>Primitives, memory layouts, fusion, and benchdnn evidence</a:t>
            </a:r>
          </a:p>
          <a:p xmlns:a="http://schemas.openxmlformats.org/drawingml/2006/main">
            <a:pPr algn="l">
              <a:buNone/>
              <a:defRPr>
                <a:solidFill>
                  <a:srgbClr val="07083C"/>
                </a:solidFill>
              </a:defRPr>
            </a:pPr>
            <a:r>
              <a:rPr sz="1500" b="1">
                <a:solidFill>
                  <a:srgbClr val="07083C"/>
                </a:solidFill>
              </a:rPr>
              <a:t>September 2026 ·</a:t>
            </a:r>
            <a:r>
              <a:rPr sz="1500" b="1">
                <a:solidFill>
                  <a:srgbClr val="07083C"/>
                </a:solidFill>
              </a:rPr>
              <a:t> 5 of 6 evaluation tasks implemented</a:t>
            </a:r>
          </a:p>
        </p:txBody>
      </p:sp>
    </p:spTree>
    <p:extLst>
      <p:ext uri="{BB962C8B-B14F-4D97-AF65-F5344CB8AC3E}">
        <p14:creationId xmlns:p14="http://schemas.microsoft.com/office/powerpoint/2010/main" val="174272866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C2A24-546D-C55C-2C52-97A4957F6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What the skill tells an agent today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CF5C9F1-2691-0BC9-F1E1-01CECB857F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Choose primitives versus graph deliberately</a:t>
            </a:r>
            <a:r>
              <a:rPr sz="1913">
                <a:solidFill>
                  <a:srgbClr val="000000"/>
                </a:solidFill>
              </a:rPr>
              <a:t> — Prefer explicit primitives for isolated control; use graph/fusion only after individual parity.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Construct memory descriptors explicitly</a:t>
            </a:r>
            <a:r>
              <a:rPr sz="1913">
                <a:solidFill>
                  <a:srgbClr val="000000"/>
                </a:solidFill>
              </a:rPr>
              <a:t> — Logical shape is not physical layout; optimized formats require intentional boundaries.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Classify benchdnn failures</a:t>
            </a:r>
            <a:r>
              <a:rPr sz="1913">
                <a:solidFill>
                  <a:srgbClr val="000000"/>
                </a:solidFill>
              </a:rPr>
              <a:t> — Separate create, reference-data, execute, compare, and report phases before editing code.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Gate performance on correctness</a:t>
            </a:r>
            <a:r>
              <a:rPr sz="1913">
                <a:solidFill>
                  <a:srgbClr val="000000"/>
                </a:solidFill>
              </a:rPr>
              <a:t> — Record engine, mode, descriptor, selected implementation, baseline, and measurement environment.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Verify current backend support</a:t>
            </a:r>
            <a:r>
              <a:rPr sz="1913">
                <a:solidFill>
                  <a:srgbClr val="000000"/>
                </a:solidFill>
              </a:rPr>
              <a:t> — No static promise that a primitive or device path exists.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E6F043-0F84-54F7-A567-6E585180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174" y="6338986"/>
            <a:ext cx="28405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74272866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C2A24-546D-C55C-2C52-97A4957F6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Evaluation inventory: 5 implemented, 1 honest gap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CF5C9F1-2691-0BC9-F1E1-01CECB857F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Implemented</a:t>
            </a:r>
            <a:r>
              <a:rPr sz="1913">
                <a:solidFill>
                  <a:srgbClr val="000000"/>
                </a:solidFill>
              </a:rPr>
              <a:t> — Matmul memory descriptors; convolution fusion parity; extra reorder regression; framework blocked layout; benchdnn no-reference-memory incident.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Incident evidence</a:t>
            </a:r>
            <a:r>
              <a:rPr sz="1913">
                <a:solidFill>
                  <a:srgbClr val="000000"/>
                </a:solidFill>
              </a:rPr>
              <a:t> — benchdnn-no-ref-memory is sourced from upstream issue #5732 and its accepted repair.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Planned</a:t>
            </a:r>
            <a:r>
              <a:rPr sz="1913">
                <a:solidFill>
                  <a:srgbClr val="000000"/>
                </a:solidFill>
              </a:rPr>
              <a:t> — A real backend-unimplemented-primitive failure on a declared target device.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What this proves</a:t>
            </a:r>
            <a:r>
              <a:rPr sz="1913">
                <a:solidFill>
                  <a:srgbClr val="000000"/>
                </a:solidFill>
              </a:rPr>
              <a:t> — The implemented tasks check workflow and repair behavior; they do not qualify every backend or primitive.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E6F043-0F84-54F7-A567-6E585180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174" y="6338986"/>
            <a:ext cx="28405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74272866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C2A24-546D-C55C-2C52-97A4957F6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How we chose the content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CF5C9F1-2691-0BC9-F1E1-01CECB857F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Official oneDNN sources</a:t>
            </a:r>
            <a:r>
              <a:rPr sz="1913">
                <a:solidFill>
                  <a:srgbClr val="000000"/>
                </a:solidFill>
              </a:rPr>
              <a:t> — Project docs, examples, tests, benchdnn behavior, releases, and ownership files.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Failure-shaped scenarios</a:t>
            </a:r>
            <a:r>
              <a:rPr sz="1913">
                <a:solidFill>
                  <a:srgbClr val="000000"/>
                </a:solidFill>
              </a:rPr>
              <a:t> — Layout mismatches, unnecessary reorders, fusion parity, framework boundaries, and harness-mode bugs.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A review standard</a:t>
            </a:r>
            <a:r>
              <a:rPr sz="1913">
                <a:solidFill>
                  <a:srgbClr val="000000"/>
                </a:solidFill>
              </a:rPr>
              <a:t> — Realistic prompts, deterministic correctness checks, limitations, and current-source verification.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Deliberate gaps</a:t>
            </a:r>
            <a:r>
              <a:rPr sz="1913">
                <a:solidFill>
                  <a:srgbClr val="000000"/>
                </a:solidFill>
              </a:rPr>
              <a:t> — Target-dependent support remains planned until a real environment and reproducer exist.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E6F043-0F84-54F7-A567-6E585180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174" y="6338986"/>
            <a:ext cx="28405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74272866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C2A24-546D-C55C-2C52-97A4957F6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What project ownership would look like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CF5C9F1-2691-0BC9-F1E1-01CECB857F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Review a small surface</a:t>
            </a:r>
            <a:r>
              <a:rPr sz="1913">
                <a:solidFill>
                  <a:srgbClr val="000000"/>
                </a:solidFill>
              </a:rPr>
              <a:t> — SKILL.md, official source ledger, public skill card, eval prompts, and the oneDNN task slice.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Change it through normal PRs</a:t>
            </a:r>
            <a:r>
              <a:rPr sz="1913">
                <a:solidFill>
                  <a:srgbClr val="000000"/>
                </a:solidFill>
              </a:rPr>
              <a:t> — Correct terminology, narrow triggers, add a gotcha, refresh sources, or retire an evaluation.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UXL keeps the machinery</a:t>
            </a:r>
            <a:r>
              <a:rPr sz="1913">
                <a:solidFill>
                  <a:srgbClr val="000000"/>
                </a:solidFill>
              </a:rPr>
              <a:t> — Common validators, Harbor execution, dashboards, and hardware-runner contracts stay shared.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Promotion remains project-gated</a:t>
            </a:r>
            <a:r>
              <a:rPr sz="1913">
                <a:solidFill>
                  <a:srgbClr val="000000"/>
                </a:solidFill>
              </a:rPr>
              <a:t> — No reviewed/project-owned label without a maintainer decision and recorded limitations.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E6F043-0F84-54F7-A567-6E585180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174" y="6338986"/>
            <a:ext cx="28405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74272866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C2A24-546D-C55C-2C52-97A4957F6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A focused 30-minute maintainer review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CF5C9F1-2691-0BC9-F1E1-01CECB857F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1. Confirm scope</a:t>
            </a:r>
            <a:r>
              <a:rPr sz="1913">
                <a:solidFill>
                  <a:srgbClr val="000000"/>
                </a:solidFill>
              </a:rPr>
              <a:t> — Are primitive/graph choices, layout boundaries, fusion, numerics, verbose output, and benchdnn the right first slice?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2. Correct three things</a:t>
            </a:r>
            <a:r>
              <a:rPr sz="1913">
                <a:solidFill>
                  <a:srgbClr val="000000"/>
                </a:solidFill>
              </a:rPr>
              <a:t> — One trigger, one gotcha, and one unsupported/overstated assumption.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3. Judge the six tasks</a:t>
            </a:r>
            <a:r>
              <a:rPr sz="1913">
                <a:solidFill>
                  <a:srgbClr val="000000"/>
                </a:solidFill>
              </a:rPr>
              <a:t> — Keep, rewrite, or remove each; nominate a better target-device failure if available.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4. Name an owner</a:t>
            </a:r>
            <a:r>
              <a:rPr sz="1913">
                <a:solidFill>
                  <a:srgbClr val="000000"/>
                </a:solidFill>
              </a:rPr>
              <a:t> — One person or team for release-time or quarterly source review.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Outcome</a:t>
            </a:r>
            <a:r>
              <a:rPr sz="1913">
                <a:solidFill>
                  <a:srgbClr val="000000"/>
                </a:solidFill>
              </a:rPr>
              <a:t> — A project-backed skill that gives coding agents the same first-pass discipline maintainers expect.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E6F043-0F84-54F7-A567-6E585180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174" y="6338986"/>
            <a:ext cx="28405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742728663"/>
      </p:ext>
    </p:extLst>
  </p:cSld>
</p:sld>
</file>

<file path=ppt/theme/theme1.xml><?xml version="1.0" encoding="utf-8"?>
<a:theme xmlns:a="http://schemas.openxmlformats.org/drawingml/2006/main" name="1_UXL Foundation Theme">
  <a:themeElements>
    <a:clrScheme name="Custom 6">
      <a:dk1>
        <a:srgbClr val="000000"/>
      </a:dk1>
      <a:lt1>
        <a:srgbClr val="FFFFFF"/>
      </a:lt1>
      <a:dk2>
        <a:srgbClr val="07083C"/>
      </a:dk2>
      <a:lt2>
        <a:srgbClr val="E7E6E6"/>
      </a:lt2>
      <a:accent1>
        <a:srgbClr val="A003EC"/>
      </a:accent1>
      <a:accent2>
        <a:srgbClr val="1D2F75"/>
      </a:accent2>
      <a:accent3>
        <a:srgbClr val="1D2F75"/>
      </a:accent3>
      <a:accent4>
        <a:srgbClr val="FFC000"/>
      </a:accent4>
      <a:accent5>
        <a:srgbClr val="03C9C6"/>
      </a:accent5>
      <a:accent6>
        <a:srgbClr val="00B0F0"/>
      </a:accent6>
      <a:hlink>
        <a:srgbClr val="0070C0"/>
      </a:hlink>
      <a:folHlink>
        <a:srgbClr val="FF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ustom 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2026-09-08T23:11:47.7630000Z</dcterms:created>
  <dcterms:modified xsi:type="dcterms:W3CDTF">2026-09-08T23:11:47.7630000Z</dcterms:modified>
</coreProperties>
</file>