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113ab4de2b4b5d" /><Relationship Type="http://schemas.openxmlformats.org/officeDocument/2006/relationships/extended-properties" Target="/docProps/app.xml" Id="Rc3765d656fc54b1f" /><Relationship Type="http://schemas.openxmlformats.org/officeDocument/2006/relationships/officeDocument" Target="/ppt/presentation.xml" Id="Re3cc6e410f944c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814743be794766"/>
    <p:sldMasterId xmlns:r="http://schemas.openxmlformats.org/officeDocument/2006/relationships" id="2147483665" r:id="Rfe18bbb04bb44e08"/>
  </p:sldMasterIdLst>
  <p:notesMasterIdLst>
    <p:notesMasterId xmlns:r="http://schemas.openxmlformats.org/officeDocument/2006/relationships" r:id="R8347d548e7b4476e"/>
  </p:notesMasterIdLst>
  <p:sldIdLst>
    <p:sldId xmlns:r="http://schemas.openxmlformats.org/officeDocument/2006/relationships" id="256" r:id="Rd01dd6ecd4bf4000"/>
    <p:sldId xmlns:r="http://schemas.openxmlformats.org/officeDocument/2006/relationships" id="257" r:id="R855671e2a1314c31"/>
    <p:sldId xmlns:r="http://schemas.openxmlformats.org/officeDocument/2006/relationships" id="258" r:id="Rf54812b0cf6f461a"/>
    <p:sldId xmlns:r="http://schemas.openxmlformats.org/officeDocument/2006/relationships" id="259" r:id="R7f9d912bf532410e"/>
    <p:sldId xmlns:r="http://schemas.openxmlformats.org/officeDocument/2006/relationships" id="260" r:id="Rec7dae14e9324dc6"/>
    <p:sldId xmlns:r="http://schemas.openxmlformats.org/officeDocument/2006/relationships" id="261" r:id="Rd1bf2bb43e9e471a"/>
    <p:sldId xmlns:r="http://schemas.openxmlformats.org/officeDocument/2006/relationships" id="262" r:id="R063fe84fdcc5429d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7756dd5d394f00" /><Relationship Type="http://schemas.openxmlformats.org/officeDocument/2006/relationships/slideMaster" Target="/ppt/slideMasters/slideMaster1.xml" Id="R0b814743be794766" /><Relationship Type="http://schemas.openxmlformats.org/officeDocument/2006/relationships/slideMaster" Target="/ppt/slideMasters/slideMaster2.xml" Id="Rfe18bbb04bb44e08" /><Relationship Type="http://schemas.openxmlformats.org/officeDocument/2006/relationships/notesMaster" Target="/ppt/notesMasters/notesMaster1.xml" Id="R8347d548e7b4476e" /><Relationship Type="http://schemas.openxmlformats.org/officeDocument/2006/relationships/presProps" Target="/ppt/presProps.xml" Id="Rc53e8478dbe343d0" /><Relationship Type="http://schemas.openxmlformats.org/officeDocument/2006/relationships/viewProps" Target="/ppt/viewProps.xml" Id="Rb4ae8a4877fb4ecd" /><Relationship Type="http://schemas.openxmlformats.org/officeDocument/2006/relationships/tableStyles" Target="/ppt/tableStyles.xml" Id="Rfc66e7bec9964706" /><Relationship Type="http://schemas.microsoft.com/office/2018/10/relationships/authors" Target="/ppt/authors.xml" Id="Rbc2b369a044047b5" /><Relationship Type="http://schemas.openxmlformats.org/officeDocument/2006/relationships/slide" Target="/ppt/slides/slide1.xml" Id="Rd01dd6ecd4bf4000" /><Relationship Type="http://schemas.openxmlformats.org/officeDocument/2006/relationships/slide" Target="/ppt/slides/slide2.xml" Id="R855671e2a1314c31" /><Relationship Type="http://schemas.openxmlformats.org/officeDocument/2006/relationships/slide" Target="/ppt/slides/slide3.xml" Id="Rf54812b0cf6f461a" /><Relationship Type="http://schemas.openxmlformats.org/officeDocument/2006/relationships/slide" Target="/ppt/slides/slide4.xml" Id="R7f9d912bf532410e" /><Relationship Type="http://schemas.openxmlformats.org/officeDocument/2006/relationships/slide" Target="/ppt/slides/slide5.xml" Id="Rec7dae14e9324dc6" /><Relationship Type="http://schemas.openxmlformats.org/officeDocument/2006/relationships/slide" Target="/ppt/slides/slide6.xml" Id="Rd1bf2bb43e9e471a" /><Relationship Type="http://schemas.openxmlformats.org/officeDocument/2006/relationships/slide" Target="/ppt/slides/slide7.xml" Id="R063fe84fdcc542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d0fd1541ff834e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eb9a8bff8046ca" /><Relationship Type="http://schemas.openxmlformats.org/officeDocument/2006/relationships/notesMaster" Target="/ppt/notesMasters/notesMaster1.xml" Id="R6c300c09d0e64e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d959ca7b2d44ea" /><Relationship Type="http://schemas.openxmlformats.org/officeDocument/2006/relationships/notesMaster" Target="/ppt/notesMasters/notesMaster1.xml" Id="R54a45cd2c1664c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b74b7ad90f4ae1" /><Relationship Type="http://schemas.openxmlformats.org/officeDocument/2006/relationships/notesMaster" Target="/ppt/notesMasters/notesMaster1.xml" Id="R6e12c3ff0e514b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06458036534488" /><Relationship Type="http://schemas.openxmlformats.org/officeDocument/2006/relationships/notesMaster" Target="/ppt/notesMasters/notesMaster1.xml" Id="R88afb7ac07c548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4f578e7db143fa" /><Relationship Type="http://schemas.openxmlformats.org/officeDocument/2006/relationships/notesMaster" Target="/ppt/notesMasters/notesMaster1.xml" Id="Ra712a1aec05249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085f07234244af" /><Relationship Type="http://schemas.openxmlformats.org/officeDocument/2006/relationships/notesMaster" Target="/ppt/notesMasters/notesMaster1.xml" Id="R80b7b1127e7f44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cde68fd6854d2b" /><Relationship Type="http://schemas.openxmlformats.org/officeDocument/2006/relationships/notesMaster" Target="/ppt/notesMasters/notesMaster1.xml" Id="Rf9f80a0d4d004a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oneDAL skill: preserve analytics semantics while accelerating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oneDAL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1 honest gap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https://github.com/uxlfoundation/skills/tree/main/skills/uxl-onedal</a:t>
            </a:r>
          </a:p>
          <a:p xmlns:a="http://schemas.openxmlformats.org/drawingml/2006/main">
            <a:r>
              <a:t>- https://github.com/uxlfoundation/skills/blob/main/skill-cards/uxl-onedal.md</a:t>
            </a:r>
          </a:p>
          <a:p xmlns:a="http://schemas.openxmlformats.org/drawingml/2006/main">
            <a:r>
              <a:t>- https://github.com/uxlfoundation/skills/blob/main/docs/maintainer-review/uxl-onedal.md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b5aa14dc8c41fe" /><Relationship Type="http://schemas.openxmlformats.org/officeDocument/2006/relationships/image" Target="/ppt/media/image2.png" Id="R4100e50d8b914b18" /><Relationship Type="http://schemas.openxmlformats.org/officeDocument/2006/relationships/image" Target="/ppt/media/image3.png" Id="R1bc1b83624e64c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51b84b7f44e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d25dc7aef468a" /><Relationship Type="http://schemas.openxmlformats.org/officeDocument/2006/relationships/image" Target="/ppt/media/image4.png" Id="R4545f34dd3854f3e" /><Relationship Type="http://schemas.openxmlformats.org/officeDocument/2006/relationships/image" Target="/ppt/media/image.png" Id="R413fc14f10b844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5fda16f9a403f" /><Relationship Type="http://schemas.openxmlformats.org/officeDocument/2006/relationships/image" Target="/ppt/media/image5.png" Id="R7ec63bc302334904" /><Relationship Type="http://schemas.openxmlformats.org/officeDocument/2006/relationships/image" Target="/ppt/media/image.png" Id="Rd5898abb3f4644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8e97d580249aa" /><Relationship Type="http://schemas.openxmlformats.org/officeDocument/2006/relationships/image" Target="/ppt/media/image6.png" Id="R0c3d873c9cf545c8" /><Relationship Type="http://schemas.openxmlformats.org/officeDocument/2006/relationships/image" Target="/ppt/media/image.png" Id="Rf800cbdd543f4f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2226ec453741d4" /><Relationship Type="http://schemas.openxmlformats.org/officeDocument/2006/relationships/image" Target="/ppt/media/image3.png" Id="Radaf1fe064c145d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2b3e800914169" /><Relationship Type="http://schemas.openxmlformats.org/officeDocument/2006/relationships/image" Target="/ppt/media/image7.png" Id="R017dd90ea93545fd" /><Relationship Type="http://schemas.openxmlformats.org/officeDocument/2006/relationships/image" Target="/ppt/media/image8.png" Id="R60efd028a3f5435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9d571614dc4e26" /><Relationship Type="http://schemas.openxmlformats.org/officeDocument/2006/relationships/image" Target="/ppt/media/image9.png" Id="Rd97b5124e0bc4168" /><Relationship Type="http://schemas.openxmlformats.org/officeDocument/2006/relationships/image" Target="/ppt/media/image3.png" Id="Rbb4f72ca54354d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8f057e2fff449f" /><Relationship Type="http://schemas.openxmlformats.org/officeDocument/2006/relationships/image" Target="/ppt/media/image10.png" Id="R3f17775bcfb54753" /><Relationship Type="http://schemas.openxmlformats.org/officeDocument/2006/relationships/image" Target="/ppt/media/image.png" Id="R7ace3c4e676049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2c1a038509453a" /><Relationship Type="http://schemas.openxmlformats.org/officeDocument/2006/relationships/image" Target="/ppt/media/image11.png" Id="R76b0a2113d5b4084" /><Relationship Type="http://schemas.openxmlformats.org/officeDocument/2006/relationships/image" Target="/ppt/media/image3.png" Id="R171647c945f9413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f5ee018ad46a9" /><Relationship Type="http://schemas.openxmlformats.org/officeDocument/2006/relationships/image" Target="/ppt/media/image3.png" Id="R09ad224a080049a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71e6e6975497e" /><Relationship Type="http://schemas.openxmlformats.org/officeDocument/2006/relationships/image" Target="/ppt/media/image12.png" Id="R5e42b69d66fc49a1" /><Relationship Type="http://schemas.openxmlformats.org/officeDocument/2006/relationships/image" Target="/ppt/media/image.png" Id="R18efe77f192c471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9fd91b1c04e7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c5b66fb31d4c79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88aa5f9099466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3f8444eae4fb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584de50d28c43e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f972e08460f4fac" /><Relationship Type="http://schemas.openxmlformats.org/officeDocument/2006/relationships/image" Target="/ppt/media/image8.png" Id="Ra58560d71955407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32cf33eea0540e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be99684dcda4e85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df0aef91ef74cc5" /><Relationship Type="http://schemas.openxmlformats.org/officeDocument/2006/relationships/image" Target="/ppt/media/image13.png" Id="R6e745a9bca5e413a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2e4eee1bbb24b5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715b3cba74f4bc1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be4dcc459c49b6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d79ca755d340f9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9f0e64bdabb4921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cf3ae7dec48484b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8722207208b4be0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baed7a78ded4b91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4100e50d8b914b1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c1b83624e64c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4545f34dd3854f3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3fc14f10b844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7ec63bc30233490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898abb3f46448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0c3d873c9cf545c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00cbdd543f4fd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af1fe064c145d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017dd90ea93545f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efd028a3f543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d97b5124e0bc416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4f72ca54354d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3f17775bcfb5475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ce3c4e676049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76b0a2113d5b408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1647c945f9413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ad224a080049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5e42b69d66fc49a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efe77f192c47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8560d71955407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745a9bca5e41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79076607484d67" /><Relationship Type="http://schemas.openxmlformats.org/officeDocument/2006/relationships/slideLayout" Target="/ppt/slideLayouts/slideLayout1.xml" Id="R586ff5d53a8346c4" /><Relationship Type="http://schemas.openxmlformats.org/officeDocument/2006/relationships/slideLayout" Target="/ppt/slideLayouts/slideLayout2.xml" Id="Rc3e252e1448c4866" /><Relationship Type="http://schemas.openxmlformats.org/officeDocument/2006/relationships/slideLayout" Target="/ppt/slideLayouts/slideLayout3.xml" Id="Rfc4dd40fa104474a" /><Relationship Type="http://schemas.openxmlformats.org/officeDocument/2006/relationships/slideLayout" Target="/ppt/slideLayouts/slideLayout4.xml" Id="Ra0352b6114f04f76" /><Relationship Type="http://schemas.openxmlformats.org/officeDocument/2006/relationships/slideLayout" Target="/ppt/slideLayouts/slideLayout5.xml" Id="R576021f8b90345bf" /><Relationship Type="http://schemas.openxmlformats.org/officeDocument/2006/relationships/slideLayout" Target="/ppt/slideLayouts/slideLayout6.xml" Id="Rba1bcafebaca4405" /><Relationship Type="http://schemas.openxmlformats.org/officeDocument/2006/relationships/slideLayout" Target="/ppt/slideLayouts/slideLayout7.xml" Id="R65381b3073dc45af" /><Relationship Type="http://schemas.openxmlformats.org/officeDocument/2006/relationships/slideLayout" Target="/ppt/slideLayouts/slideLayout8.xml" Id="R4cf03bf526744d1d" /><Relationship Type="http://schemas.openxmlformats.org/officeDocument/2006/relationships/slideLayout" Target="/ppt/slideLayouts/slideLayout9.xml" Id="R79685ed901a945f3" /><Relationship Type="http://schemas.openxmlformats.org/officeDocument/2006/relationships/slideLayout" Target="/ppt/slideLayouts/slideLayout10.xml" Id="R2cf47db3b5594b12" /><Relationship Type="http://schemas.openxmlformats.org/officeDocument/2006/relationships/slideLayout" Target="/ppt/slideLayouts/slideLayout11.xml" Id="R3a99aa15bb184a9a" /><Relationship Type="http://schemas.openxmlformats.org/officeDocument/2006/relationships/slideLayout" Target="/ppt/slideLayouts/slideLayout12.xml" Id="R899b4df6ab0d46ac" /><Relationship Type="http://schemas.openxmlformats.org/officeDocument/2006/relationships/slideLayout" Target="/ppt/slideLayouts/slideLayout13.xml" Id="Rbcfd6d996ae04eb0" /><Relationship Type="http://schemas.openxmlformats.org/officeDocument/2006/relationships/slideLayout" Target="/ppt/slideLayouts/slideLayout14.xml" Id="Rf783dd73a94f4e68" /><Relationship Type="http://schemas.openxmlformats.org/officeDocument/2006/relationships/slideLayout" Target="/ppt/slideLayouts/slideLayout15.xml" Id="R581a778404ce40e0" /><Relationship Type="http://schemas.openxmlformats.org/officeDocument/2006/relationships/slideLayout" Target="/ppt/slideLayouts/slideLayout16.xml" Id="Rdbc0b50cc7464bf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d010b6aab26e43b7" /><Relationship Type="http://schemas.openxmlformats.org/officeDocument/2006/relationships/theme" Target="/ppt/slideMasters/theme/theme3.xml" Id="R62ab74eb36a7448b" /><Relationship Type="http://schemas.openxmlformats.org/officeDocument/2006/relationships/slideLayout" Target="/ppt/slideLayouts/slideLayout17.xml" Id="R7b1ef156ef444213" /><Relationship Type="http://schemas.openxmlformats.org/officeDocument/2006/relationships/slideLayout" Target="/ppt/slideLayouts/slideLayout18.xml" Id="Ref8d92015f424aa6" /><Relationship Type="http://schemas.openxmlformats.org/officeDocument/2006/relationships/slideLayout" Target="/ppt/slideLayouts/slideLayout19.xml" Id="Rff26b9a4df8e4570" /><Relationship Type="http://schemas.openxmlformats.org/officeDocument/2006/relationships/slideLayout" Target="/ppt/slideLayouts/slideLayout20.xml" Id="R50977e2d77c6446c" /><Relationship Type="http://schemas.openxmlformats.org/officeDocument/2006/relationships/slideLayout" Target="/ppt/slideLayouts/slideLayout21.xml" Id="Rfd917279f76f40ff" /><Relationship Type="http://schemas.openxmlformats.org/officeDocument/2006/relationships/slideLayout" Target="/ppt/slideLayouts/slideLayout22.xml" Id="Re56283eb3bf94dbf" /><Relationship Type="http://schemas.openxmlformats.org/officeDocument/2006/relationships/slideLayout" Target="/ppt/slideLayouts/slideLayout23.xml" Id="R820f9fc64891419a" /><Relationship Type="http://schemas.openxmlformats.org/officeDocument/2006/relationships/slideLayout" Target="/ppt/slideLayouts/slideLayout24.xml" Id="R31d6bfc665cb4be9" /><Relationship Type="http://schemas.openxmlformats.org/officeDocument/2006/relationships/slideLayout" Target="/ppt/slideLayouts/slideLayout25.xml" Id="Rc9f88048c6444ede" /><Relationship Type="http://schemas.openxmlformats.org/officeDocument/2006/relationships/slideLayout" Target="/ppt/slideLayouts/slideLayout26.xml" Id="R2983fddce4fa4ece" /><Relationship Type="http://schemas.openxmlformats.org/officeDocument/2006/relationships/slideLayout" Target="/ppt/slideLayouts/slideLayout27.xml" Id="R6cd3eee5c0a5481f" /><Relationship Type="http://schemas.openxmlformats.org/officeDocument/2006/relationships/slideLayout" Target="/ppt/slideLayouts/slideLayout28.xml" Id="R9a44ba55e82a4c92" /><Relationship Type="http://schemas.openxmlformats.org/officeDocument/2006/relationships/slideLayout" Target="/ppt/slideLayouts/slideLayout29.xml" Id="R4510029633884fa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6ff5d53a8346c4"/>
    <p:sldLayoutId xmlns:r="http://schemas.openxmlformats.org/officeDocument/2006/relationships" id="2147483650" r:id="Rc3e252e1448c4866"/>
    <p:sldLayoutId xmlns:r="http://schemas.openxmlformats.org/officeDocument/2006/relationships" id="2147483651" r:id="Rfc4dd40fa104474a"/>
    <p:sldLayoutId xmlns:r="http://schemas.openxmlformats.org/officeDocument/2006/relationships" id="2147483652" r:id="Ra0352b6114f04f76"/>
    <p:sldLayoutId xmlns:r="http://schemas.openxmlformats.org/officeDocument/2006/relationships" id="2147483653" r:id="R576021f8b90345bf"/>
    <p:sldLayoutId xmlns:r="http://schemas.openxmlformats.org/officeDocument/2006/relationships" id="2147483654" r:id="Rba1bcafebaca4405"/>
    <p:sldLayoutId xmlns:r="http://schemas.openxmlformats.org/officeDocument/2006/relationships" id="2147483655" r:id="R65381b3073dc45af"/>
    <p:sldLayoutId xmlns:r="http://schemas.openxmlformats.org/officeDocument/2006/relationships" id="2147483656" r:id="R4cf03bf526744d1d"/>
    <p:sldLayoutId xmlns:r="http://schemas.openxmlformats.org/officeDocument/2006/relationships" id="2147483657" r:id="R79685ed901a945f3"/>
    <p:sldLayoutId xmlns:r="http://schemas.openxmlformats.org/officeDocument/2006/relationships" id="2147483658" r:id="R2cf47db3b5594b12"/>
    <p:sldLayoutId xmlns:r="http://schemas.openxmlformats.org/officeDocument/2006/relationships" id="2147483659" r:id="R3a99aa15bb184a9a"/>
    <p:sldLayoutId xmlns:r="http://schemas.openxmlformats.org/officeDocument/2006/relationships" id="2147483660" r:id="R899b4df6ab0d46ac"/>
    <p:sldLayoutId xmlns:r="http://schemas.openxmlformats.org/officeDocument/2006/relationships" id="2147483661" r:id="Rbcfd6d996ae04eb0"/>
    <p:sldLayoutId xmlns:r="http://schemas.openxmlformats.org/officeDocument/2006/relationships" id="2147483662" r:id="Rf783dd73a94f4e68"/>
    <p:sldLayoutId xmlns:r="http://schemas.openxmlformats.org/officeDocument/2006/relationships" id="2147483663" r:id="R581a778404ce40e0"/>
    <p:sldLayoutId xmlns:r="http://schemas.openxmlformats.org/officeDocument/2006/relationships" id="2147483664" r:id="Rdbc0b50cc7464bf1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10b6aab26e43b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7b1ef156ef444213"/>
    <p:sldLayoutId xmlns:r="http://schemas.openxmlformats.org/officeDocument/2006/relationships" id="2147483667" r:id="Ref8d92015f424aa6"/>
    <p:sldLayoutId xmlns:r="http://schemas.openxmlformats.org/officeDocument/2006/relationships" id="2147483668" r:id="Rff26b9a4df8e4570"/>
    <p:sldLayoutId xmlns:r="http://schemas.openxmlformats.org/officeDocument/2006/relationships" id="2147483669" r:id="R50977e2d77c6446c"/>
    <p:sldLayoutId xmlns:r="http://schemas.openxmlformats.org/officeDocument/2006/relationships" id="2147483670" r:id="Rfd917279f76f40ff"/>
    <p:sldLayoutId xmlns:r="http://schemas.openxmlformats.org/officeDocument/2006/relationships" id="2147483671" r:id="Re56283eb3bf94dbf"/>
    <p:sldLayoutId xmlns:r="http://schemas.openxmlformats.org/officeDocument/2006/relationships" id="2147483672" r:id="R820f9fc64891419a"/>
    <p:sldLayoutId xmlns:r="http://schemas.openxmlformats.org/officeDocument/2006/relationships" id="2147483673" r:id="R31d6bfc665cb4be9"/>
    <p:sldLayoutId xmlns:r="http://schemas.openxmlformats.org/officeDocument/2006/relationships" id="2147483674" r:id="Rc9f88048c6444ede"/>
    <p:sldLayoutId xmlns:r="http://schemas.openxmlformats.org/officeDocument/2006/relationships" id="2147483675" r:id="R2983fddce4fa4ece"/>
    <p:sldLayoutId xmlns:r="http://schemas.openxmlformats.org/officeDocument/2006/relationships" id="2147483676" r:id="R6cd3eee5c0a5481f"/>
    <p:sldLayoutId xmlns:r="http://schemas.openxmlformats.org/officeDocument/2006/relationships" id="2147483677" r:id="R9a44ba55e82a4c92"/>
    <p:sldLayoutId xmlns:r="http://schemas.openxmlformats.org/officeDocument/2006/relationships" id="2147483678" r:id="R4510029633884fa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247b9ecd1d94693" /><Relationship Type="http://schemas.openxmlformats.org/officeDocument/2006/relationships/notesSlide" Target="/ppt/notesSlides/notesSlide1.xml" Id="Rb63b9bb63b0a46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ac16c4c560345c6" /><Relationship Type="http://schemas.openxmlformats.org/officeDocument/2006/relationships/notesSlide" Target="/ppt/notesSlides/notesSlide2.xml" Id="R001befd608c14e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a9226f0a07149aa" /><Relationship Type="http://schemas.openxmlformats.org/officeDocument/2006/relationships/notesSlide" Target="/ppt/notesSlides/notesSlide3.xml" Id="R23130a120bf142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7d250a59b314f31" /><Relationship Type="http://schemas.openxmlformats.org/officeDocument/2006/relationships/notesSlide" Target="/ppt/notesSlides/notesSlide4.xml" Id="R8c4741fcf1f746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94131bf45ca49f2" /><Relationship Type="http://schemas.openxmlformats.org/officeDocument/2006/relationships/notesSlide" Target="/ppt/notesSlides/notesSlide5.xml" Id="Rf478602ba1ff49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6083865ba8c45d1" /><Relationship Type="http://schemas.openxmlformats.org/officeDocument/2006/relationships/notesSlide" Target="/ppt/notesSlides/notesSlide6.xml" Id="R7a437494075d44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e715ea86969410f" /><Relationship Type="http://schemas.openxmlformats.org/officeDocument/2006/relationships/notesSlide" Target="/ppt/notesSlides/notesSlide7.xml" Id="R86f919e713be4b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oneDAL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API paths, computation modes, tables, parity, and conversion cost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oneDAL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the right integration path</a:t>
            </a:r>
            <a:r>
              <a:rPr sz="1913">
                <a:solidFill>
                  <a:srgbClr val="000000"/>
                </a:solidFill>
              </a:rPr>
              <a:t> — Minimal-change sklearn acceleration and native oneAPI C++ solve different user needs.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Protect data semantics</a:t>
            </a:r>
            <a:r>
              <a:rPr sz="1913">
                <a:solidFill>
                  <a:srgbClr val="000000"/>
                </a:solidFill>
              </a:rPr>
              <a:t> — Row/column orientation, sparse/dense layout, preprocessing, seeds, and metrics are observable behavior.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modes for workloads — not marketing</a:t>
            </a:r>
            <a:r>
              <a:rPr sz="1913">
                <a:solidFill>
                  <a:srgbClr val="000000"/>
                </a:solidFill>
              </a:rPr>
              <a:t> — Batch, online, and distributed choices follow data arrival, memory, and real rank topology.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Measure the whole path</a:t>
            </a:r>
            <a:r>
              <a:rPr sz="1913">
                <a:solidFill>
                  <a:srgbClr val="000000"/>
                </a:solidFill>
              </a:rPr>
              <a:t> — Conversion and Python boundary costs remain in scope before any acceleration claim.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sklearn extension, native C++, or DAAL maintenance</a:t>
            </a:r>
            <a:r>
              <a:rPr sz="1913">
                <a:solidFill>
                  <a:srgbClr val="000000"/>
                </a:solidFill>
              </a:rPr>
              <a:t> — The answer depends on change tolerance, queue control, language, and legacy context.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Define the analytics contract</a:t>
            </a:r>
            <a:r>
              <a:rPr sz="1913">
                <a:solidFill>
                  <a:srgbClr val="000000"/>
                </a:solidFill>
              </a:rPr>
              <a:t> — Preprocessing, split, parameters, seeds, outputs, metric, and tolerance.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Map tables deliberately</a:t>
            </a:r>
            <a:r>
              <a:rPr sz="1913">
                <a:solidFill>
                  <a:srgbClr val="000000"/>
                </a:solidFill>
              </a:rPr>
              <a:t> — Use rectangular fixtures to expose orientation bugs that square data can hide.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each computation mode</a:t>
            </a:r>
            <a:r>
              <a:rPr sz="1913">
                <a:solidFill>
                  <a:srgbClr val="000000"/>
                </a:solidFill>
              </a:rPr>
              <a:t> — Chunk coverage and finalization for online; partitions, rank participation, and merge for distributed.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Benchmark only after parity</a:t>
            </a:r>
            <a:r>
              <a:rPr sz="1913">
                <a:solidFill>
                  <a:srgbClr val="000000"/>
                </a:solidFill>
              </a:rPr>
              <a:t> — Include conversion, communication, synchronization, and environment.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1 honest gap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sklearn-or-native KMeans; table orientation regression; batch/online/distributed choice; conversion-cost benchmark; Extra Trees random split.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The Extra Trees task is sourced from a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An authentic unavailable-GPU-path case on a declared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The suite checks path selection, semantics, and evidence discipline — not every algorithm/device combination.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Project docs, examples, release state, algorithm/API guidance,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High-cost failure boundaries</a:t>
            </a:r>
            <a:r>
              <a:rPr sz="1913">
                <a:solidFill>
                  <a:srgbClr val="000000"/>
                </a:solidFill>
              </a:rPr>
              <a:t> — Wrong API path, transposed tables, unsuitable computation mode, quality drift, and hidden conversion cost.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Project-level truth</a:t>
            </a:r>
            <a:r>
              <a:rPr sz="1913">
                <a:solidFill>
                  <a:srgbClr val="000000"/>
                </a:solidFill>
              </a:rPr>
              <a:t> — Exact algorithm/interface/version/device availability must be checked rather than copied into a static matrix.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Measured restraint</a:t>
            </a:r>
            <a:r>
              <a:rPr sz="1913">
                <a:solidFill>
                  <a:srgbClr val="000000"/>
                </a:solidFill>
              </a:rPr>
              <a:t> — A tiny-corpus agentic prototype was kept as a no-go result, not promoted as a speedup.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scope and migration nuance</a:t>
            </a:r>
            <a:r>
              <a:rPr sz="1913">
                <a:solidFill>
                  <a:srgbClr val="000000"/>
                </a:solidFill>
              </a:rPr>
              <a:t> — Especially sklearn/native boundaries, oneAPI versus DAAL, and mode availability.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parity language</a:t>
            </a:r>
            <a:r>
              <a:rPr sz="1913">
                <a:solidFill>
                  <a:srgbClr val="000000"/>
                </a:solidFill>
              </a:rPr>
              <a:t> — Which outputs require exact, tolerance-based, or metric-based comparison?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Nominate real failures</a:t>
            </a:r>
            <a:r>
              <a:rPr sz="1913">
                <a:solidFill>
                  <a:srgbClr val="000000"/>
                </a:solidFill>
              </a:rPr>
              <a:t> — Prefer authentic algorithm, table, or device incidents over synthetic coverage.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evaluator policy, tasks, dashboards, hosted CI, and specialized runner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path-selection guidance</a:t>
            </a:r>
            <a:r>
              <a:rPr sz="1913">
                <a:solidFill>
                  <a:srgbClr val="000000"/>
                </a:solidFill>
              </a:rPr>
              <a:t> — When should an agent recommend sklearn acceleration, native C++, or legacy DAAL maintenance?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Check mode and table gotchas</a:t>
            </a:r>
            <a:r>
              <a:rPr sz="1913">
                <a:solidFill>
                  <a:srgbClr val="000000"/>
                </a:solidFill>
              </a:rPr>
              <a:t> — Correct one overstatement and add one missing real-world failure.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remove; nominate a credible unavailable-GPU case.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person or team for release-time or quarterly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with the workload, API path, data contract, parity method, and benchmark scope already clear.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2026-09-04T13:53:45.7110000Z</dcterms:created>
  <dcterms:modified xsi:type="dcterms:W3CDTF">2026-09-04T13:53:45.7110000Z</dcterms:modified>
</coreProperties>
</file>