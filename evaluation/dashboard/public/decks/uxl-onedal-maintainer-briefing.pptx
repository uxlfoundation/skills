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8babc8fbf4449" /><Relationship Type="http://schemas.openxmlformats.org/officeDocument/2006/relationships/extended-properties" Target="/docProps/app.xml" Id="Rca2994a2b6b1496b" /><Relationship Type="http://schemas.openxmlformats.org/officeDocument/2006/relationships/officeDocument" Target="/ppt/presentation.xml" Id="Rdddb64ba9225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97de5f1dab44ea"/>
    <p:sldMasterId xmlns:r="http://schemas.openxmlformats.org/officeDocument/2006/relationships" id="2147483665" r:id="Rb6e121397d874aaf"/>
  </p:sldMasterIdLst>
  <p:notesMasterIdLst>
    <p:notesMasterId xmlns:r="http://schemas.openxmlformats.org/officeDocument/2006/relationships" r:id="R2c075262ec9a454d"/>
  </p:notesMasterIdLst>
  <p:sldIdLst>
    <p:sldId xmlns:r="http://schemas.openxmlformats.org/officeDocument/2006/relationships" id="256" r:id="R041acc7338ce4098"/>
    <p:sldId xmlns:r="http://schemas.openxmlformats.org/officeDocument/2006/relationships" id="257" r:id="R3db1990acd44414c"/>
    <p:sldId xmlns:r="http://schemas.openxmlformats.org/officeDocument/2006/relationships" id="258" r:id="R6145597744cd4e48"/>
    <p:sldId xmlns:r="http://schemas.openxmlformats.org/officeDocument/2006/relationships" id="259" r:id="Rf3b197ee46994544"/>
    <p:sldId xmlns:r="http://schemas.openxmlformats.org/officeDocument/2006/relationships" id="260" r:id="R6911a8c2630740e1"/>
    <p:sldId xmlns:r="http://schemas.openxmlformats.org/officeDocument/2006/relationships" id="261" r:id="R1b8e1deea675492d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e2c8468b04f6e" /><Relationship Type="http://schemas.openxmlformats.org/officeDocument/2006/relationships/slideMaster" Target="/ppt/slideMasters/slideMaster1.xml" Id="R6d97de5f1dab44ea" /><Relationship Type="http://schemas.openxmlformats.org/officeDocument/2006/relationships/slideMaster" Target="/ppt/slideMasters/slideMaster2.xml" Id="Rb6e121397d874aaf" /><Relationship Type="http://schemas.openxmlformats.org/officeDocument/2006/relationships/notesMaster" Target="/ppt/notesMasters/notesMaster1.xml" Id="R2c075262ec9a454d" /><Relationship Type="http://schemas.openxmlformats.org/officeDocument/2006/relationships/presProps" Target="/ppt/presProps.xml" Id="R04daf6f6c85a42dc" /><Relationship Type="http://schemas.openxmlformats.org/officeDocument/2006/relationships/viewProps" Target="/ppt/viewProps.xml" Id="R210bc092568b4298" /><Relationship Type="http://schemas.openxmlformats.org/officeDocument/2006/relationships/tableStyles" Target="/ppt/tableStyles.xml" Id="R92576ee31801468e" /><Relationship Type="http://schemas.microsoft.com/office/2018/10/relationships/authors" Target="/ppt/authors.xml" Id="R485b0a9691fd4e72" /><Relationship Type="http://schemas.openxmlformats.org/officeDocument/2006/relationships/slide" Target="/ppt/slides/slide1.xml" Id="R041acc7338ce4098" /><Relationship Type="http://schemas.openxmlformats.org/officeDocument/2006/relationships/slide" Target="/ppt/slides/slide2.xml" Id="R3db1990acd44414c" /><Relationship Type="http://schemas.openxmlformats.org/officeDocument/2006/relationships/slide" Target="/ppt/slides/slide3.xml" Id="R6145597744cd4e48" /><Relationship Type="http://schemas.openxmlformats.org/officeDocument/2006/relationships/slide" Target="/ppt/slides/slide4.xml" Id="Rf3b197ee46994544" /><Relationship Type="http://schemas.openxmlformats.org/officeDocument/2006/relationships/slide" Target="/ppt/slides/slide5.xml" Id="R6911a8c2630740e1" /><Relationship Type="http://schemas.openxmlformats.org/officeDocument/2006/relationships/slide" Target="/ppt/slides/slide6.xml" Id="R1b8e1deea675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c7d8be0ec0743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c574bbfe90453b" /><Relationship Type="http://schemas.openxmlformats.org/officeDocument/2006/relationships/notesMaster" Target="/ppt/notesMasters/notesMaster1.xml" Id="Reba80600deb946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d2aa72276e41db" /><Relationship Type="http://schemas.openxmlformats.org/officeDocument/2006/relationships/notesMaster" Target="/ppt/notesMasters/notesMaster1.xml" Id="R0d6d53be95ef46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832c85e7ab438a" /><Relationship Type="http://schemas.openxmlformats.org/officeDocument/2006/relationships/notesMaster" Target="/ppt/notesMasters/notesMaster1.xml" Id="R8356179c14b54b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8329a59e7a4fdc" /><Relationship Type="http://schemas.openxmlformats.org/officeDocument/2006/relationships/notesMaster" Target="/ppt/notesMasters/notesMaster1.xml" Id="Rcdc41c27322240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808ba25c774ee4" /><Relationship Type="http://schemas.openxmlformats.org/officeDocument/2006/relationships/notesMaster" Target="/ppt/notesMasters/notesMaster1.xml" Id="R9c01ddfd527c48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5d6e2769cc4300" /><Relationship Type="http://schemas.openxmlformats.org/officeDocument/2006/relationships/notesMaster" Target="/ppt/notesMasters/notesMaster1.xml" Id="R93efeacd9e6f42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draft oneDAL skill and its current evaluation coverage.</a:t>
            </a:r>
          </a:p>
          <a:p xmlns:a="http://schemas.openxmlformats.org/drawingml/2006/main">
            <a:r>
              <a:t>Explain: The skill helps coding agents reason about native and scikit-learn-style APIs, host and distributed modes, table shape and orientation, result parity, conversion cost, and quality checks.</a:t>
            </a:r>
          </a:p>
          <a:p xmlns:a="http://schemas.openxmlformats.org/drawingml/2006/main">
            <a:r>
              <a:t>Emphasize: This is a UXL-authored starting point awaiting project review, not approved maintainer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the behavior the skill asks an agent to follow today.</a:t>
            </a:r>
          </a:p>
          <a:p xmlns:a="http://schemas.openxmlformats.org/drawingml/2006/main">
            <a:r>
              <a:t>Explain: The intended sequence is to choose the interface and execution mode from the data and memory model, make table contracts explicit, compare outputs with a stated metric, and include conversion costs.</a:t>
            </a:r>
          </a:p>
          <a:p xmlns:a="http://schemas.openxmlformats.org/drawingml/2006/main">
            <a:r>
              <a:t>Emphasize: A useful answer ends with reproducible evidence and a clear failure classification, not a plausible-looking command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evaluation inventory from evidence that the skill improves outcomes.</a:t>
            </a:r>
          </a:p>
          <a:p xmlns:a="http://schemas.openxmlformats.org/drawingml/2006/main">
            <a:r>
              <a:t>Explain: 5 of 6 evaluation tasks are implemented; five runnable scenarios cover interface, data-contract, parity, and distributed concerns; the remaining quality-regression case needs a representative maintainer fixture.</a:t>
            </a:r>
          </a:p>
          <a:p xmlns:a="http://schemas.openxmlformats.org/drawingml/2006/main">
            <a:r>
              <a:t>Emphasize: Implemented means the task can run. It does not mean the task passes, discriminates between treatments, or supports a promotion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Show how the draft guidance and task set were selected.</a:t>
            </a:r>
          </a:p>
          <a:p xmlns:a="http://schemas.openxmlformats.org/drawingml/2006/main">
            <a:r>
              <a:t>Explain: The starting material comes from official oneDAL documentation, examples, tests, and failure boundaries around tables, distributed execution, conversion, and model-quality validation.</a:t>
            </a:r>
          </a:p>
          <a:p xmlns:a="http://schemas.openxmlformats.org/drawingml/2006/main">
            <a:r>
              <a:t>Emphasize: Maintainers should correct, remove, or replace anything that does not reflect current project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the proposed ownership boundary.</a:t>
            </a:r>
          </a:p>
          <a:p xmlns:a="http://schemas.openxmlformats.org/drawingml/2006/main">
            <a:r>
              <a:t>Explain: oneDAL maintainers own triggers, API truth, source freshness, limitations, and authentic cases; UXL maintains the catalog, Harbor integration, comparison design, and dashboard.</a:t>
            </a:r>
          </a:p>
          <a:p xmlns:a="http://schemas.openxmlformats.org/drawingml/2006/main">
            <a:r>
              <a:t>Emphasize: The skill cannot move beyond its incubating state without named project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End with a small, concrete review request.</a:t>
            </a:r>
          </a:p>
          <a:p xmlns:a="http://schemas.openxmlformats.org/drawingml/2006/main">
            <a:r>
              <a:t>Explain: Ask maintainers to check the trigger and technical guidance, judge the task inventory, and name a reviewer or owner.</a:t>
            </a:r>
          </a:p>
          <a:p xmlns:a="http://schemas.openxmlformats.org/drawingml/2006/main">
            <a:r>
              <a:t>Emphasize: The desired output is specific corrections and realistic cases, not blanket endorsement of the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5a6a3a9a34b81" /><Relationship Type="http://schemas.openxmlformats.org/officeDocument/2006/relationships/image" Target="/ppt/media/image2.png" Id="Rbc5111074754498f" /><Relationship Type="http://schemas.openxmlformats.org/officeDocument/2006/relationships/image" Target="/ppt/media/image3.png" Id="R759d54ec3bc440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73bd8006049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a05014a7d4860" /><Relationship Type="http://schemas.openxmlformats.org/officeDocument/2006/relationships/image" Target="/ppt/media/image4.png" Id="Rcd996d9c2d6f44b2" /><Relationship Type="http://schemas.openxmlformats.org/officeDocument/2006/relationships/image" Target="/ppt/media/image.png" Id="R9384ad682cdd40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6ba175c145a9" /><Relationship Type="http://schemas.openxmlformats.org/officeDocument/2006/relationships/image" Target="/ppt/media/image5.png" Id="R7f1c4b49840f423b" /><Relationship Type="http://schemas.openxmlformats.org/officeDocument/2006/relationships/image" Target="/ppt/media/image.png" Id="R8ecc04d4c01b4b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a3876ddc54290" /><Relationship Type="http://schemas.openxmlformats.org/officeDocument/2006/relationships/image" Target="/ppt/media/image6.png" Id="Rb957e98b43be4c71" /><Relationship Type="http://schemas.openxmlformats.org/officeDocument/2006/relationships/image" Target="/ppt/media/image.png" Id="R60d8ed6a5de64b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6af16cd3b4d6b" /><Relationship Type="http://schemas.openxmlformats.org/officeDocument/2006/relationships/image" Target="/ppt/media/image3.png" Id="Rbb893f26f3d142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c73a9479c4555" /><Relationship Type="http://schemas.openxmlformats.org/officeDocument/2006/relationships/image" Target="/ppt/media/image7.png" Id="R830f929573ad4537" /><Relationship Type="http://schemas.openxmlformats.org/officeDocument/2006/relationships/image" Target="/ppt/media/image8.png" Id="Re245df6e139a49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b905a8c084439" /><Relationship Type="http://schemas.openxmlformats.org/officeDocument/2006/relationships/image" Target="/ppt/media/image9.png" Id="R5f680d151f464daa" /><Relationship Type="http://schemas.openxmlformats.org/officeDocument/2006/relationships/image" Target="/ppt/media/image3.png" Id="Rd383a9139ae745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5f5d7b5854d00" /><Relationship Type="http://schemas.openxmlformats.org/officeDocument/2006/relationships/image" Target="/ppt/media/image10.png" Id="Rda312496dc9f4d3b" /><Relationship Type="http://schemas.openxmlformats.org/officeDocument/2006/relationships/image" Target="/ppt/media/image.png" Id="R230d90016d494b3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bbc926dde4c33" /><Relationship Type="http://schemas.openxmlformats.org/officeDocument/2006/relationships/image" Target="/ppt/media/image11.png" Id="R9032028262194765" /><Relationship Type="http://schemas.openxmlformats.org/officeDocument/2006/relationships/image" Target="/ppt/media/image3.png" Id="R4e1bd8233e6645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509b32bf94f9d" /><Relationship Type="http://schemas.openxmlformats.org/officeDocument/2006/relationships/image" Target="/ppt/media/image3.png" Id="R0e2bd2e6b03c436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0750c3fdb4227" /><Relationship Type="http://schemas.openxmlformats.org/officeDocument/2006/relationships/image" Target="/ppt/media/image12.png" Id="R74eb03e40d82477e" /><Relationship Type="http://schemas.openxmlformats.org/officeDocument/2006/relationships/image" Target="/ppt/media/image.png" Id="R57e6335043e743a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d697c83c845f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8da0c2d3c481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7538a84a3439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12a378cfe46c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2ab21ab8bb447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e4b764842141d2" /><Relationship Type="http://schemas.openxmlformats.org/officeDocument/2006/relationships/image" Target="/ppt/media/image8.png" Id="R7a968bbe12e94a6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4187525e36459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f9e5b0735544a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df95f583614146" /><Relationship Type="http://schemas.openxmlformats.org/officeDocument/2006/relationships/image" Target="/ppt/media/image13.png" Id="R13f3f713e6de461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34c35d107d438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ba63de89a440b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c89af764ad476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02c4bd7ec848ab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a96e2e4e8f47e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7994b7ad7540e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830770154046d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5231cec0fa465f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bc5111074754498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9d54ec3bc440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cd996d9c2d6f44b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84ad682cdd40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7f1c4b49840f423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cc04d4c01b4b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b957e98b43be4c7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d8ed6a5de64b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893f26f3d142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830f929573ad453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45df6e139a49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5f680d151f464da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83a9139ae745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da312496dc9f4d3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0d90016d494b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903202826219476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1bd8233e6645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2bd2e6b03c43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74eb03e40d82477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e6335043e743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968bbe12e94a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f3f713e6de46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d25f9236147da" /><Relationship Type="http://schemas.openxmlformats.org/officeDocument/2006/relationships/slideLayout" Target="/ppt/slideLayouts/slideLayout1.xml" Id="R7eecbc61b88d47f6" /><Relationship Type="http://schemas.openxmlformats.org/officeDocument/2006/relationships/slideLayout" Target="/ppt/slideLayouts/slideLayout2.xml" Id="R1a557216863a45fb" /><Relationship Type="http://schemas.openxmlformats.org/officeDocument/2006/relationships/slideLayout" Target="/ppt/slideLayouts/slideLayout3.xml" Id="R84767261a3174d7b" /><Relationship Type="http://schemas.openxmlformats.org/officeDocument/2006/relationships/slideLayout" Target="/ppt/slideLayouts/slideLayout4.xml" Id="Rf3857c6ce7f84491" /><Relationship Type="http://schemas.openxmlformats.org/officeDocument/2006/relationships/slideLayout" Target="/ppt/slideLayouts/slideLayout5.xml" Id="R8798ce7760ef4097" /><Relationship Type="http://schemas.openxmlformats.org/officeDocument/2006/relationships/slideLayout" Target="/ppt/slideLayouts/slideLayout6.xml" Id="Rd5de11a605634db6" /><Relationship Type="http://schemas.openxmlformats.org/officeDocument/2006/relationships/slideLayout" Target="/ppt/slideLayouts/slideLayout7.xml" Id="Rc053db1ed1624dd5" /><Relationship Type="http://schemas.openxmlformats.org/officeDocument/2006/relationships/slideLayout" Target="/ppt/slideLayouts/slideLayout8.xml" Id="Rf2ef2281980e4aa4" /><Relationship Type="http://schemas.openxmlformats.org/officeDocument/2006/relationships/slideLayout" Target="/ppt/slideLayouts/slideLayout9.xml" Id="R388f3567b807402e" /><Relationship Type="http://schemas.openxmlformats.org/officeDocument/2006/relationships/slideLayout" Target="/ppt/slideLayouts/slideLayout10.xml" Id="R6783017132474283" /><Relationship Type="http://schemas.openxmlformats.org/officeDocument/2006/relationships/slideLayout" Target="/ppt/slideLayouts/slideLayout11.xml" Id="Rb3c4b1009ba749c5" /><Relationship Type="http://schemas.openxmlformats.org/officeDocument/2006/relationships/slideLayout" Target="/ppt/slideLayouts/slideLayout12.xml" Id="Rbe0229bb472b44e3" /><Relationship Type="http://schemas.openxmlformats.org/officeDocument/2006/relationships/slideLayout" Target="/ppt/slideLayouts/slideLayout13.xml" Id="R2a232ae8938e444b" /><Relationship Type="http://schemas.openxmlformats.org/officeDocument/2006/relationships/slideLayout" Target="/ppt/slideLayouts/slideLayout14.xml" Id="R6d60785304a04ccf" /><Relationship Type="http://schemas.openxmlformats.org/officeDocument/2006/relationships/slideLayout" Target="/ppt/slideLayouts/slideLayout15.xml" Id="Rb01b68af20504a0a" /><Relationship Type="http://schemas.openxmlformats.org/officeDocument/2006/relationships/slideLayout" Target="/ppt/slideLayouts/slideLayout16.xml" Id="Rbc06fe9b988246e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70eab2a906364ecb" /><Relationship Type="http://schemas.openxmlformats.org/officeDocument/2006/relationships/theme" Target="/ppt/slideMasters/theme/theme3.xml" Id="Rdd9e444cb5874d89" /><Relationship Type="http://schemas.openxmlformats.org/officeDocument/2006/relationships/slideLayout" Target="/ppt/slideLayouts/slideLayout17.xml" Id="R98314363854241f3" /><Relationship Type="http://schemas.openxmlformats.org/officeDocument/2006/relationships/slideLayout" Target="/ppt/slideLayouts/slideLayout18.xml" Id="R9bdb6e56bda14d8a" /><Relationship Type="http://schemas.openxmlformats.org/officeDocument/2006/relationships/slideLayout" Target="/ppt/slideLayouts/slideLayout19.xml" Id="R4bdb0a0084014167" /><Relationship Type="http://schemas.openxmlformats.org/officeDocument/2006/relationships/slideLayout" Target="/ppt/slideLayouts/slideLayout20.xml" Id="R92425e3c9de24853" /><Relationship Type="http://schemas.openxmlformats.org/officeDocument/2006/relationships/slideLayout" Target="/ppt/slideLayouts/slideLayout21.xml" Id="R63a88a4601424cfd" /><Relationship Type="http://schemas.openxmlformats.org/officeDocument/2006/relationships/slideLayout" Target="/ppt/slideLayouts/slideLayout22.xml" Id="R4c07ad10aab54fd0" /><Relationship Type="http://schemas.openxmlformats.org/officeDocument/2006/relationships/slideLayout" Target="/ppt/slideLayouts/slideLayout23.xml" Id="R1e5b42a9c3574d02" /><Relationship Type="http://schemas.openxmlformats.org/officeDocument/2006/relationships/slideLayout" Target="/ppt/slideLayouts/slideLayout24.xml" Id="R0d9988d9604f4a12" /><Relationship Type="http://schemas.openxmlformats.org/officeDocument/2006/relationships/slideLayout" Target="/ppt/slideLayouts/slideLayout25.xml" Id="R9122503817074b4f" /><Relationship Type="http://schemas.openxmlformats.org/officeDocument/2006/relationships/slideLayout" Target="/ppt/slideLayouts/slideLayout26.xml" Id="R7c7b2de3dff24f04" /><Relationship Type="http://schemas.openxmlformats.org/officeDocument/2006/relationships/slideLayout" Target="/ppt/slideLayouts/slideLayout27.xml" Id="R87cfd88c41b94852" /><Relationship Type="http://schemas.openxmlformats.org/officeDocument/2006/relationships/slideLayout" Target="/ppt/slideLayouts/slideLayout28.xml" Id="R91c5afdd9806463b" /><Relationship Type="http://schemas.openxmlformats.org/officeDocument/2006/relationships/slideLayout" Target="/ppt/slideLayouts/slideLayout29.xml" Id="Rca60bbd2770842e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ecbc61b88d47f6"/>
    <p:sldLayoutId xmlns:r="http://schemas.openxmlformats.org/officeDocument/2006/relationships" id="2147483650" r:id="R1a557216863a45fb"/>
    <p:sldLayoutId xmlns:r="http://schemas.openxmlformats.org/officeDocument/2006/relationships" id="2147483651" r:id="R84767261a3174d7b"/>
    <p:sldLayoutId xmlns:r="http://schemas.openxmlformats.org/officeDocument/2006/relationships" id="2147483652" r:id="Rf3857c6ce7f84491"/>
    <p:sldLayoutId xmlns:r="http://schemas.openxmlformats.org/officeDocument/2006/relationships" id="2147483653" r:id="R8798ce7760ef4097"/>
    <p:sldLayoutId xmlns:r="http://schemas.openxmlformats.org/officeDocument/2006/relationships" id="2147483654" r:id="Rd5de11a605634db6"/>
    <p:sldLayoutId xmlns:r="http://schemas.openxmlformats.org/officeDocument/2006/relationships" id="2147483655" r:id="Rc053db1ed1624dd5"/>
    <p:sldLayoutId xmlns:r="http://schemas.openxmlformats.org/officeDocument/2006/relationships" id="2147483656" r:id="Rf2ef2281980e4aa4"/>
    <p:sldLayoutId xmlns:r="http://schemas.openxmlformats.org/officeDocument/2006/relationships" id="2147483657" r:id="R388f3567b807402e"/>
    <p:sldLayoutId xmlns:r="http://schemas.openxmlformats.org/officeDocument/2006/relationships" id="2147483658" r:id="R6783017132474283"/>
    <p:sldLayoutId xmlns:r="http://schemas.openxmlformats.org/officeDocument/2006/relationships" id="2147483659" r:id="Rb3c4b1009ba749c5"/>
    <p:sldLayoutId xmlns:r="http://schemas.openxmlformats.org/officeDocument/2006/relationships" id="2147483660" r:id="Rbe0229bb472b44e3"/>
    <p:sldLayoutId xmlns:r="http://schemas.openxmlformats.org/officeDocument/2006/relationships" id="2147483661" r:id="R2a232ae8938e444b"/>
    <p:sldLayoutId xmlns:r="http://schemas.openxmlformats.org/officeDocument/2006/relationships" id="2147483662" r:id="R6d60785304a04ccf"/>
    <p:sldLayoutId xmlns:r="http://schemas.openxmlformats.org/officeDocument/2006/relationships" id="2147483663" r:id="Rb01b68af20504a0a"/>
    <p:sldLayoutId xmlns:r="http://schemas.openxmlformats.org/officeDocument/2006/relationships" id="2147483664" r:id="Rbc06fe9b988246e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eab2a906364e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98314363854241f3"/>
    <p:sldLayoutId xmlns:r="http://schemas.openxmlformats.org/officeDocument/2006/relationships" id="2147483667" r:id="R9bdb6e56bda14d8a"/>
    <p:sldLayoutId xmlns:r="http://schemas.openxmlformats.org/officeDocument/2006/relationships" id="2147483668" r:id="R4bdb0a0084014167"/>
    <p:sldLayoutId xmlns:r="http://schemas.openxmlformats.org/officeDocument/2006/relationships" id="2147483669" r:id="R92425e3c9de24853"/>
    <p:sldLayoutId xmlns:r="http://schemas.openxmlformats.org/officeDocument/2006/relationships" id="2147483670" r:id="R63a88a4601424cfd"/>
    <p:sldLayoutId xmlns:r="http://schemas.openxmlformats.org/officeDocument/2006/relationships" id="2147483671" r:id="R4c07ad10aab54fd0"/>
    <p:sldLayoutId xmlns:r="http://schemas.openxmlformats.org/officeDocument/2006/relationships" id="2147483672" r:id="R1e5b42a9c3574d02"/>
    <p:sldLayoutId xmlns:r="http://schemas.openxmlformats.org/officeDocument/2006/relationships" id="2147483673" r:id="R0d9988d9604f4a12"/>
    <p:sldLayoutId xmlns:r="http://schemas.openxmlformats.org/officeDocument/2006/relationships" id="2147483674" r:id="R9122503817074b4f"/>
    <p:sldLayoutId xmlns:r="http://schemas.openxmlformats.org/officeDocument/2006/relationships" id="2147483675" r:id="R7c7b2de3dff24f04"/>
    <p:sldLayoutId xmlns:r="http://schemas.openxmlformats.org/officeDocument/2006/relationships" id="2147483676" r:id="R87cfd88c41b94852"/>
    <p:sldLayoutId xmlns:r="http://schemas.openxmlformats.org/officeDocument/2006/relationships" id="2147483677" r:id="R91c5afdd9806463b"/>
    <p:sldLayoutId xmlns:r="http://schemas.openxmlformats.org/officeDocument/2006/relationships" id="2147483678" r:id="Rca60bbd2770842e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5f09d665b0d48f4" /><Relationship Type="http://schemas.openxmlformats.org/officeDocument/2006/relationships/notesSlide" Target="/ppt/notesSlides/notesSlide1.xml" Id="R35e0189a8ded45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b91ff7f665243a5" /><Relationship Type="http://schemas.openxmlformats.org/officeDocument/2006/relationships/notesSlide" Target="/ppt/notesSlides/notesSlide2.xml" Id="R5895da0ecdb14e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1d79b8c4f1d43bc" /><Relationship Type="http://schemas.openxmlformats.org/officeDocument/2006/relationships/notesSlide" Target="/ppt/notesSlides/notesSlide3.xml" Id="R13ff27049d0b47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a416b031b47487d" /><Relationship Type="http://schemas.openxmlformats.org/officeDocument/2006/relationships/notesSlide" Target="/ppt/notesSlides/notesSlide4.xml" Id="R46283df7bdfb43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8be02969b72465a" /><Relationship Type="http://schemas.openxmlformats.org/officeDocument/2006/relationships/notesSlide" Target="/ppt/notesSlides/notesSlide5.xml" Id="Rb4543c0eb2154c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28aed5c21b04e57" /><Relationship Type="http://schemas.openxmlformats.org/officeDocument/2006/relationships/notesSlide" Target="/ppt/notesSlides/notesSlide6.xml" Id="R10223a9912d240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oneDAL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API paths, computation modes, tables, parity, and conversion cost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</a:t>
            </a:r>
            <a:r>
              <a:rPr sz="1500" b="1">
                <a:solidFill>
                  <a:srgbClr val="07083C"/>
                </a:solidFill>
              </a:rPr>
              <a:t> 5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Select sklearn extension, native C++, or DAAL maintenance</a:t>
            </a:r>
            <a:r>
              <a:rPr sz="1913">
                <a:solidFill>
                  <a:srgbClr val="000000"/>
                </a:solidFill>
              </a:rPr>
              <a:t> — The answer depends on change tolerance, queue control, language, and legacy context.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Define the analytics contract</a:t>
            </a:r>
            <a:r>
              <a:rPr sz="1913">
                <a:solidFill>
                  <a:srgbClr val="000000"/>
                </a:solidFill>
              </a:rPr>
              <a:t> — Preprocessing, split, parameters, seeds, outputs, metric, and tolerance.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Map tables deliberately</a:t>
            </a:r>
            <a:r>
              <a:rPr sz="1913">
                <a:solidFill>
                  <a:srgbClr val="000000"/>
                </a:solidFill>
              </a:rPr>
              <a:t> — Use rectangular fixtures to expose orientation bugs that square data can hide.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each computation mode</a:t>
            </a:r>
            <a:r>
              <a:rPr sz="1913">
                <a:solidFill>
                  <a:srgbClr val="000000"/>
                </a:solidFill>
              </a:rPr>
              <a:t> — Chunk coverage and finalization for online; partitions, rank participation, and merge for distributed.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Benchmark only after parity</a:t>
            </a:r>
            <a:r>
              <a:rPr sz="1913">
                <a:solidFill>
                  <a:srgbClr val="000000"/>
                </a:solidFill>
              </a:rPr>
              <a:t> — Include conversion, communication, synchronization, and environment.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5 implemented, 1 honest gap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sklearn-or-native KMeans; table orientation regression; batch/online/distributed choice; conversion-cost benchmark; Extra Trees random split.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The Extra Trees task is sourced from a maintainer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An authentic unavailable-GPU-path case on a declared target.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The suite checks path selection, semantics, and evidence discipline — not every algorithm/device combination.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sources</a:t>
            </a:r>
            <a:r>
              <a:rPr sz="1913">
                <a:solidFill>
                  <a:srgbClr val="000000"/>
                </a:solidFill>
              </a:rPr>
              <a:t> — Project docs, examples, release state, algorithm/API guidance, and ownership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High-cost failure boundaries</a:t>
            </a:r>
            <a:r>
              <a:rPr sz="1913">
                <a:solidFill>
                  <a:srgbClr val="000000"/>
                </a:solidFill>
              </a:rPr>
              <a:t> — Wrong API path, transposed tables, unsuitable computation mode, quality drift, and hidden conversion cost.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Project-level truth</a:t>
            </a:r>
            <a:r>
              <a:rPr sz="1913">
                <a:solidFill>
                  <a:srgbClr val="000000"/>
                </a:solidFill>
              </a:rPr>
              <a:t> — Exact algorithm/interface/version/device availability must be checked rather than copied into a static matrix.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Measured restraint</a:t>
            </a:r>
            <a:r>
              <a:rPr sz="1913">
                <a:solidFill>
                  <a:srgbClr val="000000"/>
                </a:solidFill>
              </a:rPr>
              <a:t> — A tiny-corpus agentic prototype was kept as a no-go result, not promoted as a speedup.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scope and migration nuance</a:t>
            </a:r>
            <a:r>
              <a:rPr sz="1913">
                <a:solidFill>
                  <a:srgbClr val="000000"/>
                </a:solidFill>
              </a:rPr>
              <a:t> — Especially sklearn/native boundaries, oneAPI versus DAAL, and mode availability.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parity language</a:t>
            </a:r>
            <a:r>
              <a:rPr sz="1913">
                <a:solidFill>
                  <a:srgbClr val="000000"/>
                </a:solidFill>
              </a:rPr>
              <a:t> — Which outputs require exact, tolerance-based, or metric-based comparison?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Nominate real failures</a:t>
            </a:r>
            <a:r>
              <a:rPr sz="1913">
                <a:solidFill>
                  <a:srgbClr val="000000"/>
                </a:solidFill>
              </a:rPr>
              <a:t> — Prefer authentic algorithm, table, or device incidents over synthetic coverage.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evaluator policy, tasks, dashboards, hosted CI, and specialized runner contracts.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path-selection guidance</a:t>
            </a:r>
            <a:r>
              <a:rPr sz="1913">
                <a:solidFill>
                  <a:srgbClr val="000000"/>
                </a:solidFill>
              </a:rPr>
              <a:t> — When should an agent recommend sklearn acceleration, native C++, or legacy DAAL maintenance?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Check mode and table gotchas</a:t>
            </a:r>
            <a:r>
              <a:rPr sz="1913">
                <a:solidFill>
                  <a:srgbClr val="000000"/>
                </a:solidFill>
              </a:rPr>
              <a:t> — Correct one overstatement and add one missing real-world failure.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</a:t>
            </a:r>
            <a:r>
              <a:rPr sz="1913">
                <a:solidFill>
                  <a:srgbClr val="000000"/>
                </a:solidFill>
              </a:rPr>
              <a:t> — Keep, rewrite, or remove; nominate a credible unavailable-GPU case.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One person or team for release-time or quarterly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arrive with the workload, API path, data contract, parity method, and benchmark scope already clear.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2026-09-08T23:11:54.2520000Z</dcterms:created>
  <dcterms:modified xsi:type="dcterms:W3CDTF">2026-09-08T23:11:54.2520000Z</dcterms:modified>
</coreProperties>
</file>