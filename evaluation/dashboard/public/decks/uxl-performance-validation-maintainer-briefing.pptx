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ed7ca0367a4918" /><Relationship Type="http://schemas.openxmlformats.org/officeDocument/2006/relationships/extended-properties" Target="/docProps/app.xml" Id="R781b8a14601a4ac8" /><Relationship Type="http://schemas.openxmlformats.org/officeDocument/2006/relationships/officeDocument" Target="/ppt/presentation.xml" Id="Rbc72befbb1d142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89427b5f004630"/>
    <p:sldMasterId xmlns:r="http://schemas.openxmlformats.org/officeDocument/2006/relationships" id="2147483665" r:id="Rc4dc829a7e8e419f"/>
  </p:sldMasterIdLst>
  <p:notesMasterIdLst>
    <p:notesMasterId xmlns:r="http://schemas.openxmlformats.org/officeDocument/2006/relationships" r:id="R663299d32d15415b"/>
  </p:notesMasterIdLst>
  <p:sldIdLst>
    <p:sldId xmlns:r="http://schemas.openxmlformats.org/officeDocument/2006/relationships" id="256" r:id="Re3ef97cba3c94268"/>
    <p:sldId xmlns:r="http://schemas.openxmlformats.org/officeDocument/2006/relationships" id="257" r:id="R9d18aae8f23a4f79"/>
    <p:sldId xmlns:r="http://schemas.openxmlformats.org/officeDocument/2006/relationships" id="258" r:id="Rd06a6d31f77a4c83"/>
    <p:sldId xmlns:r="http://schemas.openxmlformats.org/officeDocument/2006/relationships" id="259" r:id="R3f2e73476a3749c2"/>
    <p:sldId xmlns:r="http://schemas.openxmlformats.org/officeDocument/2006/relationships" id="260" r:id="Reea45e40adfe4469"/>
    <p:sldId xmlns:r="http://schemas.openxmlformats.org/officeDocument/2006/relationships" id="261" r:id="Re1acb5b31f86452f"/>
    <p:sldId xmlns:r="http://schemas.openxmlformats.org/officeDocument/2006/relationships" id="262" r:id="R3264a9f0cf7a4c31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99ab04fbc84b06" /><Relationship Type="http://schemas.openxmlformats.org/officeDocument/2006/relationships/slideMaster" Target="/ppt/slideMasters/slideMaster1.xml" Id="R6389427b5f004630" /><Relationship Type="http://schemas.openxmlformats.org/officeDocument/2006/relationships/slideMaster" Target="/ppt/slideMasters/slideMaster2.xml" Id="Rc4dc829a7e8e419f" /><Relationship Type="http://schemas.openxmlformats.org/officeDocument/2006/relationships/notesMaster" Target="/ppt/notesMasters/notesMaster1.xml" Id="R663299d32d15415b" /><Relationship Type="http://schemas.openxmlformats.org/officeDocument/2006/relationships/presProps" Target="/ppt/presProps.xml" Id="R60e883fe7ca64787" /><Relationship Type="http://schemas.openxmlformats.org/officeDocument/2006/relationships/viewProps" Target="/ppt/viewProps.xml" Id="R82dd0c52e47c4fe7" /><Relationship Type="http://schemas.openxmlformats.org/officeDocument/2006/relationships/tableStyles" Target="/ppt/tableStyles.xml" Id="R707def53cdb84a03" /><Relationship Type="http://schemas.microsoft.com/office/2018/10/relationships/authors" Target="/ppt/authors.xml" Id="Rd4a88923425b4953" /><Relationship Type="http://schemas.openxmlformats.org/officeDocument/2006/relationships/slide" Target="/ppt/slides/slide1.xml" Id="Re3ef97cba3c94268" /><Relationship Type="http://schemas.openxmlformats.org/officeDocument/2006/relationships/slide" Target="/ppt/slides/slide2.xml" Id="R9d18aae8f23a4f79" /><Relationship Type="http://schemas.openxmlformats.org/officeDocument/2006/relationships/slide" Target="/ppt/slides/slide3.xml" Id="Rd06a6d31f77a4c83" /><Relationship Type="http://schemas.openxmlformats.org/officeDocument/2006/relationships/slide" Target="/ppt/slides/slide4.xml" Id="R3f2e73476a3749c2" /><Relationship Type="http://schemas.openxmlformats.org/officeDocument/2006/relationships/slide" Target="/ppt/slides/slide5.xml" Id="Reea45e40adfe4469" /><Relationship Type="http://schemas.openxmlformats.org/officeDocument/2006/relationships/slide" Target="/ppt/slides/slide6.xml" Id="Re1acb5b31f86452f" /><Relationship Type="http://schemas.openxmlformats.org/officeDocument/2006/relationships/slide" Target="/ppt/slides/slide7.xml" Id="R3264a9f0cf7a4c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36aa73e1a63849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eb3054e0ac4868" /><Relationship Type="http://schemas.openxmlformats.org/officeDocument/2006/relationships/notesMaster" Target="/ppt/notesMasters/notesMaster1.xml" Id="Rf308b34c701341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6dbe9a75dd4eb0" /><Relationship Type="http://schemas.openxmlformats.org/officeDocument/2006/relationships/notesMaster" Target="/ppt/notesMasters/notesMaster1.xml" Id="Rbe8d37c8d1bc48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c3cbc0db344930" /><Relationship Type="http://schemas.openxmlformats.org/officeDocument/2006/relationships/notesMaster" Target="/ppt/notesMasters/notesMaster1.xml" Id="R7ec44dd2f85848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a53599e29f4757" /><Relationship Type="http://schemas.openxmlformats.org/officeDocument/2006/relationships/notesMaster" Target="/ppt/notesMasters/notesMaster1.xml" Id="Ra169a78c204c42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b55792e5d14bd7" /><Relationship Type="http://schemas.openxmlformats.org/officeDocument/2006/relationships/notesMaster" Target="/ppt/notesMasters/notesMaster1.xml" Id="Raf923840dfb54c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40d06c7055485a" /><Relationship Type="http://schemas.openxmlformats.org/officeDocument/2006/relationships/notesMaster" Target="/ppt/notesMasters/notesMaster1.xml" Id="R5e2f5ee892bb4c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1ae2e8b2a548c7" /><Relationship Type="http://schemas.openxmlformats.org/officeDocument/2006/relationships/notesMaster" Target="/ppt/notesMasters/notesMaster1.xml" Id="R438e766428a746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UXL SKILLS EVALUATOR: Performance Validation Skill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across UXL projects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4 implemented, 2 target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shared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30f775f62e41e9" /><Relationship Type="http://schemas.openxmlformats.org/officeDocument/2006/relationships/image" Target="/ppt/media/image2.png" Id="R0be656406eb643f9" /><Relationship Type="http://schemas.openxmlformats.org/officeDocument/2006/relationships/image" Target="/ppt/media/image3.png" Id="R8d98ed0685a4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1fbdb0c2044c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0a23e18e224f3c" /><Relationship Type="http://schemas.openxmlformats.org/officeDocument/2006/relationships/image" Target="/ppt/media/image4.png" Id="R131b50c80758468a" /><Relationship Type="http://schemas.openxmlformats.org/officeDocument/2006/relationships/image" Target="/ppt/media/image.png" Id="Rddab8b80d33a4b7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9008297a2c4f28" /><Relationship Type="http://schemas.openxmlformats.org/officeDocument/2006/relationships/image" Target="/ppt/media/image5.png" Id="R7180f2d51f7b4dab" /><Relationship Type="http://schemas.openxmlformats.org/officeDocument/2006/relationships/image" Target="/ppt/media/image.png" Id="R9246dcd2e3c4435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480e2cc46244d5" /><Relationship Type="http://schemas.openxmlformats.org/officeDocument/2006/relationships/image" Target="/ppt/media/image6.png" Id="R8426c6b587c44ade" /><Relationship Type="http://schemas.openxmlformats.org/officeDocument/2006/relationships/image" Target="/ppt/media/image.png" Id="Ra3830bdb54e443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0c0d99c87a4049" /><Relationship Type="http://schemas.openxmlformats.org/officeDocument/2006/relationships/image" Target="/ppt/media/image3.png" Id="R494a668de80f47a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6c9205cf184c88" /><Relationship Type="http://schemas.openxmlformats.org/officeDocument/2006/relationships/image" Target="/ppt/media/image7.png" Id="Ra3bef01e125b4b80" /><Relationship Type="http://schemas.openxmlformats.org/officeDocument/2006/relationships/image" Target="/ppt/media/image8.png" Id="R4750df102cba481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bd6b5d9ecd4026" /><Relationship Type="http://schemas.openxmlformats.org/officeDocument/2006/relationships/image" Target="/ppt/media/image9.png" Id="R30579fdeffb64c45" /><Relationship Type="http://schemas.openxmlformats.org/officeDocument/2006/relationships/image" Target="/ppt/media/image3.png" Id="R129e2f1bd61f488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c55b742f94561" /><Relationship Type="http://schemas.openxmlformats.org/officeDocument/2006/relationships/image" Target="/ppt/media/image10.png" Id="R362f4b35bd1c418b" /><Relationship Type="http://schemas.openxmlformats.org/officeDocument/2006/relationships/image" Target="/ppt/media/image.png" Id="Rf7e65540f0ee492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92002283fb4e57" /><Relationship Type="http://schemas.openxmlformats.org/officeDocument/2006/relationships/image" Target="/ppt/media/image11.png" Id="R0e73742da1364452" /><Relationship Type="http://schemas.openxmlformats.org/officeDocument/2006/relationships/image" Target="/ppt/media/image3.png" Id="Rb6d90d693649461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a2231591c045d2" /><Relationship Type="http://schemas.openxmlformats.org/officeDocument/2006/relationships/image" Target="/ppt/media/image3.png" Id="R4152914fd07c4bd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c1efe2b32f4e7d" /><Relationship Type="http://schemas.openxmlformats.org/officeDocument/2006/relationships/image" Target="/ppt/media/image12.png" Id="R30d03040476d4181" /><Relationship Type="http://schemas.openxmlformats.org/officeDocument/2006/relationships/image" Target="/ppt/media/image.png" Id="R351aa63171474e2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12f98c9254c1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07d7c1b8e54622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9f7ee8c2fe482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ccd1f397b493d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327789f848445a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3a52a22be1d475e" /><Relationship Type="http://schemas.openxmlformats.org/officeDocument/2006/relationships/image" Target="/ppt/media/image8.png" Id="R262278eeeef04c2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dbb99cd65444690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d7d3643137b467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793fb38a3a3432e" /><Relationship Type="http://schemas.openxmlformats.org/officeDocument/2006/relationships/image" Target="/ppt/media/image13.png" Id="Ra203d11013574ecc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d508f810b944786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17a632f8d614f0f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cb48a35c6d549e5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a6e0377aa3e4a49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3a5be5f48984617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8e75731e8a2418f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967a5b9105b42bb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2afce37abda4bcb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0be656406eb643f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98ed0685a445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131b50c80758468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ab8b80d33a4b7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7180f2d51f7b4da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46dcd2e3c4435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8426c6b587c44ad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830bdb54e443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4a668de80f47a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a3bef01e125b4b8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50df102cba481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30579fdeffb64c4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9e2f1bd61f488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362f4b35bd1c418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e65540f0ee492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0e73742da136445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d90d693649461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52914fd07c4bd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30d03040476d418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1aa63171474e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2278eeeef04c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03d11013574ec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f037050eda4893" /><Relationship Type="http://schemas.openxmlformats.org/officeDocument/2006/relationships/slideLayout" Target="/ppt/slideLayouts/slideLayout1.xml" Id="R4cdff3664bef4888" /><Relationship Type="http://schemas.openxmlformats.org/officeDocument/2006/relationships/slideLayout" Target="/ppt/slideLayouts/slideLayout2.xml" Id="Rf858bb8b773e4138" /><Relationship Type="http://schemas.openxmlformats.org/officeDocument/2006/relationships/slideLayout" Target="/ppt/slideLayouts/slideLayout3.xml" Id="R084b241c48c448c9" /><Relationship Type="http://schemas.openxmlformats.org/officeDocument/2006/relationships/slideLayout" Target="/ppt/slideLayouts/slideLayout4.xml" Id="R7c8c6fef92b840e8" /><Relationship Type="http://schemas.openxmlformats.org/officeDocument/2006/relationships/slideLayout" Target="/ppt/slideLayouts/slideLayout5.xml" Id="R4bf27038aa5744ec" /><Relationship Type="http://schemas.openxmlformats.org/officeDocument/2006/relationships/slideLayout" Target="/ppt/slideLayouts/slideLayout6.xml" Id="Rea5437206eec4853" /><Relationship Type="http://schemas.openxmlformats.org/officeDocument/2006/relationships/slideLayout" Target="/ppt/slideLayouts/slideLayout7.xml" Id="Reec4ce420e004863" /><Relationship Type="http://schemas.openxmlformats.org/officeDocument/2006/relationships/slideLayout" Target="/ppt/slideLayouts/slideLayout8.xml" Id="R50db0a2b5fe84c2b" /><Relationship Type="http://schemas.openxmlformats.org/officeDocument/2006/relationships/slideLayout" Target="/ppt/slideLayouts/slideLayout9.xml" Id="Re17bcace707b4426" /><Relationship Type="http://schemas.openxmlformats.org/officeDocument/2006/relationships/slideLayout" Target="/ppt/slideLayouts/slideLayout10.xml" Id="R2d1e2b3de7054353" /><Relationship Type="http://schemas.openxmlformats.org/officeDocument/2006/relationships/slideLayout" Target="/ppt/slideLayouts/slideLayout11.xml" Id="R3fbd5711db33423d" /><Relationship Type="http://schemas.openxmlformats.org/officeDocument/2006/relationships/slideLayout" Target="/ppt/slideLayouts/slideLayout12.xml" Id="R7ecc616fc4384f68" /><Relationship Type="http://schemas.openxmlformats.org/officeDocument/2006/relationships/slideLayout" Target="/ppt/slideLayouts/slideLayout13.xml" Id="R4f032b0d7674455d" /><Relationship Type="http://schemas.openxmlformats.org/officeDocument/2006/relationships/slideLayout" Target="/ppt/slideLayouts/slideLayout14.xml" Id="R21ca6525aef2458b" /><Relationship Type="http://schemas.openxmlformats.org/officeDocument/2006/relationships/slideLayout" Target="/ppt/slideLayouts/slideLayout15.xml" Id="R77879285579f4c30" /><Relationship Type="http://schemas.openxmlformats.org/officeDocument/2006/relationships/slideLayout" Target="/ppt/slideLayouts/slideLayout16.xml" Id="Rf7b2920fb4044042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97a206a1ea4b4457" /><Relationship Type="http://schemas.openxmlformats.org/officeDocument/2006/relationships/theme" Target="/ppt/slideMasters/theme/theme3.xml" Id="Re1a91c8ae9d24df9" /><Relationship Type="http://schemas.openxmlformats.org/officeDocument/2006/relationships/slideLayout" Target="/ppt/slideLayouts/slideLayout17.xml" Id="R1b602015136f4239" /><Relationship Type="http://schemas.openxmlformats.org/officeDocument/2006/relationships/slideLayout" Target="/ppt/slideLayouts/slideLayout18.xml" Id="R5ce607f5369d4e4d" /><Relationship Type="http://schemas.openxmlformats.org/officeDocument/2006/relationships/slideLayout" Target="/ppt/slideLayouts/slideLayout19.xml" Id="Rc4f4449347bc48aa" /><Relationship Type="http://schemas.openxmlformats.org/officeDocument/2006/relationships/slideLayout" Target="/ppt/slideLayouts/slideLayout20.xml" Id="R10c90ebb992f4e1a" /><Relationship Type="http://schemas.openxmlformats.org/officeDocument/2006/relationships/slideLayout" Target="/ppt/slideLayouts/slideLayout21.xml" Id="R2c2fdca3d6574b1e" /><Relationship Type="http://schemas.openxmlformats.org/officeDocument/2006/relationships/slideLayout" Target="/ppt/slideLayouts/slideLayout22.xml" Id="Radd7d2b5418b4452" /><Relationship Type="http://schemas.openxmlformats.org/officeDocument/2006/relationships/slideLayout" Target="/ppt/slideLayouts/slideLayout23.xml" Id="Ra82f10f10a25410a" /><Relationship Type="http://schemas.openxmlformats.org/officeDocument/2006/relationships/slideLayout" Target="/ppt/slideLayouts/slideLayout24.xml" Id="Rd22e533181254af8" /><Relationship Type="http://schemas.openxmlformats.org/officeDocument/2006/relationships/slideLayout" Target="/ppt/slideLayouts/slideLayout25.xml" Id="R4951c2a459a64a43" /><Relationship Type="http://schemas.openxmlformats.org/officeDocument/2006/relationships/slideLayout" Target="/ppt/slideLayouts/slideLayout26.xml" Id="R281f95b5d21149fb" /><Relationship Type="http://schemas.openxmlformats.org/officeDocument/2006/relationships/slideLayout" Target="/ppt/slideLayouts/slideLayout27.xml" Id="Rbf3f05751b3f4fac" /><Relationship Type="http://schemas.openxmlformats.org/officeDocument/2006/relationships/slideLayout" Target="/ppt/slideLayouts/slideLayout28.xml" Id="R6e73a3e5fe3b42f0" /><Relationship Type="http://schemas.openxmlformats.org/officeDocument/2006/relationships/slideLayout" Target="/ppt/slideLayouts/slideLayout29.xml" Id="R784db618bc584d8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dff3664bef4888"/>
    <p:sldLayoutId xmlns:r="http://schemas.openxmlformats.org/officeDocument/2006/relationships" id="2147483650" r:id="Rf858bb8b773e4138"/>
    <p:sldLayoutId xmlns:r="http://schemas.openxmlformats.org/officeDocument/2006/relationships" id="2147483651" r:id="R084b241c48c448c9"/>
    <p:sldLayoutId xmlns:r="http://schemas.openxmlformats.org/officeDocument/2006/relationships" id="2147483652" r:id="R7c8c6fef92b840e8"/>
    <p:sldLayoutId xmlns:r="http://schemas.openxmlformats.org/officeDocument/2006/relationships" id="2147483653" r:id="R4bf27038aa5744ec"/>
    <p:sldLayoutId xmlns:r="http://schemas.openxmlformats.org/officeDocument/2006/relationships" id="2147483654" r:id="Rea5437206eec4853"/>
    <p:sldLayoutId xmlns:r="http://schemas.openxmlformats.org/officeDocument/2006/relationships" id="2147483655" r:id="Reec4ce420e004863"/>
    <p:sldLayoutId xmlns:r="http://schemas.openxmlformats.org/officeDocument/2006/relationships" id="2147483656" r:id="R50db0a2b5fe84c2b"/>
    <p:sldLayoutId xmlns:r="http://schemas.openxmlformats.org/officeDocument/2006/relationships" id="2147483657" r:id="Re17bcace707b4426"/>
    <p:sldLayoutId xmlns:r="http://schemas.openxmlformats.org/officeDocument/2006/relationships" id="2147483658" r:id="R2d1e2b3de7054353"/>
    <p:sldLayoutId xmlns:r="http://schemas.openxmlformats.org/officeDocument/2006/relationships" id="2147483659" r:id="R3fbd5711db33423d"/>
    <p:sldLayoutId xmlns:r="http://schemas.openxmlformats.org/officeDocument/2006/relationships" id="2147483660" r:id="R7ecc616fc4384f68"/>
    <p:sldLayoutId xmlns:r="http://schemas.openxmlformats.org/officeDocument/2006/relationships" id="2147483661" r:id="R4f032b0d7674455d"/>
    <p:sldLayoutId xmlns:r="http://schemas.openxmlformats.org/officeDocument/2006/relationships" id="2147483662" r:id="R21ca6525aef2458b"/>
    <p:sldLayoutId xmlns:r="http://schemas.openxmlformats.org/officeDocument/2006/relationships" id="2147483663" r:id="R77879285579f4c30"/>
    <p:sldLayoutId xmlns:r="http://schemas.openxmlformats.org/officeDocument/2006/relationships" id="2147483664" r:id="Rf7b2920fb4044042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a206a1ea4b44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1b602015136f4239"/>
    <p:sldLayoutId xmlns:r="http://schemas.openxmlformats.org/officeDocument/2006/relationships" id="2147483667" r:id="R5ce607f5369d4e4d"/>
    <p:sldLayoutId xmlns:r="http://schemas.openxmlformats.org/officeDocument/2006/relationships" id="2147483668" r:id="Rc4f4449347bc48aa"/>
    <p:sldLayoutId xmlns:r="http://schemas.openxmlformats.org/officeDocument/2006/relationships" id="2147483669" r:id="R10c90ebb992f4e1a"/>
    <p:sldLayoutId xmlns:r="http://schemas.openxmlformats.org/officeDocument/2006/relationships" id="2147483670" r:id="R2c2fdca3d6574b1e"/>
    <p:sldLayoutId xmlns:r="http://schemas.openxmlformats.org/officeDocument/2006/relationships" id="2147483671" r:id="Radd7d2b5418b4452"/>
    <p:sldLayoutId xmlns:r="http://schemas.openxmlformats.org/officeDocument/2006/relationships" id="2147483672" r:id="Ra82f10f10a25410a"/>
    <p:sldLayoutId xmlns:r="http://schemas.openxmlformats.org/officeDocument/2006/relationships" id="2147483673" r:id="Rd22e533181254af8"/>
    <p:sldLayoutId xmlns:r="http://schemas.openxmlformats.org/officeDocument/2006/relationships" id="2147483674" r:id="R4951c2a459a64a43"/>
    <p:sldLayoutId xmlns:r="http://schemas.openxmlformats.org/officeDocument/2006/relationships" id="2147483675" r:id="R281f95b5d21149fb"/>
    <p:sldLayoutId xmlns:r="http://schemas.openxmlformats.org/officeDocument/2006/relationships" id="2147483676" r:id="Rbf3f05751b3f4fac"/>
    <p:sldLayoutId xmlns:r="http://schemas.openxmlformats.org/officeDocument/2006/relationships" id="2147483677" r:id="R6e73a3e5fe3b42f0"/>
    <p:sldLayoutId xmlns:r="http://schemas.openxmlformats.org/officeDocument/2006/relationships" id="2147483678" r:id="R784db618bc584d85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01af6ed4cc94f95" /><Relationship Type="http://schemas.openxmlformats.org/officeDocument/2006/relationships/notesSlide" Target="/ppt/notesSlides/notesSlide1.xml" Id="R373dd5f4ca2548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4f587affeef466f" /><Relationship Type="http://schemas.openxmlformats.org/officeDocument/2006/relationships/notesSlide" Target="/ppt/notesSlides/notesSlide2.xml" Id="Rf6bc3655d6c74a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fd0002cba4c4223" /><Relationship Type="http://schemas.openxmlformats.org/officeDocument/2006/relationships/notesSlide" Target="/ppt/notesSlides/notesSlide3.xml" Id="Rcf514bb695ad46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1cd8cbfe8a54fd8" /><Relationship Type="http://schemas.openxmlformats.org/officeDocument/2006/relationships/notesSlide" Target="/ppt/notesSlides/notesSlide4.xml" Id="Ref52f6bf099d4b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e9bdad4f8bf4e5b" /><Relationship Type="http://schemas.openxmlformats.org/officeDocument/2006/relationships/notesSlide" Target="/ppt/notesSlides/notesSlide5.xml" Id="R1be87139d24245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0346544faed4e77" /><Relationship Type="http://schemas.openxmlformats.org/officeDocument/2006/relationships/notesSlide" Target="/ppt/notesSlides/notesSlide6.xml" Id="R16e45df0a87948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a1ab88b17364ed0" /><Relationship Type="http://schemas.openxmlformats.org/officeDocument/2006/relationships/notesSlide" Target="/ppt/notesSlides/notesSlide7.xml" Id="R24912ad8351a4ea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Performance Validation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Correctness-first benchmark and claim discipline across UXL projects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 4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across UXL projects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Stop premature speedup claims — Correctness and a valid baseline must pass before performance is discussed.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timing comparable — Setup, transfer, warmup, steady state, synchronization, topology, and resource limits are declared.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Handle numerical reality — Tolerances and non-associative reductions are part of the test contract.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claims bounded — Results describe the measured software, model, harness, toolchain, and hardware cell—not a universal score.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Write the user-visible correctness contract first — Outputs, metrics, tolerances, and failure criteria.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the baseline and scope — State exactly which work each timing includes.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Warm up and repeat — Report distribution and variance, not a single best run.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Synchronize asynchronous work — Host timers stop only after the measured operation completes.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Profile after a validated regression — Profilers explain a measured problem; they do not create one.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4 implemented, 2 target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 — Tiny async GPU claim; benchmark report repair; floating-reduction tolerance; cgroup concurrency quota.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 — The concurrency task is grounded in a oneTBB maintainer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 — Transfer-inclusive comparison and profile-after-regression on declared target lanes.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 — Current tasks test evidence discipline; none yet retains measured skill headroom for promotion.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Project-native benchmarks first — Each library's tests and benchmark tools remain authoritative.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Cross-project invariants — Correctness, baseline, scope, synchronization, variance, provenance, and claim language recur everywhere.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Adversarial scenarios — Tasks target tempting but invalid conclusions, not just command recall.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Visible gaps — Target-dependent measurement remains planned until qualified lanes and authentic regressions exist.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shared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Working-group reviewers own — The common evidence and claim contract.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 benchmark owners supply — Approved commands, metrics, tolerances, representative sizes, and interpretation limits.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Hardware owners qualify lanes — They prove the environment, not the skill's value.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infrastructure maintains — Matched evaluation cells, provenance schemas, Harbor artifacts, and public dashboards.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evidence order — Correctness, baseline, scope, repetitions, variance, then profiling.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benchmark assumption — Add a project-specific limitation or required metric.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 — Keep, rewrite, or remove; nominate an authentic regression with headroom.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 shared owner — Include project benchmark owners in periodic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 — Agents produce reproducible, narrowly scoped evidence before making performance claims.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2026-09-04T13:54:03.1870000Z</dcterms:created>
  <dcterms:modified xsi:type="dcterms:W3CDTF">2026-09-04T13:54:03.1870000Z</dcterms:modified>
</coreProperties>
</file>