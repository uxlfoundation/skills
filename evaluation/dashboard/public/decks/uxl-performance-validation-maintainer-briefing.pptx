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aea8075e304e3b" /><Relationship Type="http://schemas.openxmlformats.org/officeDocument/2006/relationships/extended-properties" Target="/docProps/app.xml" Id="Rdbc65e81983740b5" /><Relationship Type="http://schemas.openxmlformats.org/officeDocument/2006/relationships/officeDocument" Target="/ppt/presentation.xml" Id="Rd50b56d665df42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c00bfe81d436a"/>
    <p:sldMasterId xmlns:r="http://schemas.openxmlformats.org/officeDocument/2006/relationships" id="2147483665" r:id="R44d03f6aa6bc463c"/>
  </p:sldMasterIdLst>
  <p:notesMasterIdLst>
    <p:notesMasterId xmlns:r="http://schemas.openxmlformats.org/officeDocument/2006/relationships" r:id="R419e04e6f3124ccd"/>
  </p:notesMasterIdLst>
  <p:sldIdLst>
    <p:sldId xmlns:r="http://schemas.openxmlformats.org/officeDocument/2006/relationships" id="256" r:id="R5aed1e11fcb44c0d"/>
    <p:sldId xmlns:r="http://schemas.openxmlformats.org/officeDocument/2006/relationships" id="257" r:id="R3147a4b2d8154b18"/>
    <p:sldId xmlns:r="http://schemas.openxmlformats.org/officeDocument/2006/relationships" id="258" r:id="Rcdfc2750efb24a74"/>
    <p:sldId xmlns:r="http://schemas.openxmlformats.org/officeDocument/2006/relationships" id="259" r:id="Rc9352622d8914114"/>
    <p:sldId xmlns:r="http://schemas.openxmlformats.org/officeDocument/2006/relationships" id="260" r:id="R14865100150d456e"/>
    <p:sldId xmlns:r="http://schemas.openxmlformats.org/officeDocument/2006/relationships" id="261" r:id="Rb0e7fd1503734022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8958e371ce4a44" /><Relationship Type="http://schemas.openxmlformats.org/officeDocument/2006/relationships/slideMaster" Target="/ppt/slideMasters/slideMaster1.xml" Id="Rf4fc00bfe81d436a" /><Relationship Type="http://schemas.openxmlformats.org/officeDocument/2006/relationships/slideMaster" Target="/ppt/slideMasters/slideMaster2.xml" Id="R44d03f6aa6bc463c" /><Relationship Type="http://schemas.openxmlformats.org/officeDocument/2006/relationships/notesMaster" Target="/ppt/notesMasters/notesMaster1.xml" Id="R419e04e6f3124ccd" /><Relationship Type="http://schemas.openxmlformats.org/officeDocument/2006/relationships/presProps" Target="/ppt/presProps.xml" Id="Rc8741a278eb74e93" /><Relationship Type="http://schemas.openxmlformats.org/officeDocument/2006/relationships/viewProps" Target="/ppt/viewProps.xml" Id="R7752b0666ef14b43" /><Relationship Type="http://schemas.openxmlformats.org/officeDocument/2006/relationships/tableStyles" Target="/ppt/tableStyles.xml" Id="Rf8449d400e874b2c" /><Relationship Type="http://schemas.microsoft.com/office/2018/10/relationships/authors" Target="/ppt/authors.xml" Id="Rdcc24d1830a44578" /><Relationship Type="http://schemas.openxmlformats.org/officeDocument/2006/relationships/slide" Target="/ppt/slides/slide1.xml" Id="R5aed1e11fcb44c0d" /><Relationship Type="http://schemas.openxmlformats.org/officeDocument/2006/relationships/slide" Target="/ppt/slides/slide2.xml" Id="R3147a4b2d8154b18" /><Relationship Type="http://schemas.openxmlformats.org/officeDocument/2006/relationships/slide" Target="/ppt/slides/slide3.xml" Id="Rcdfc2750efb24a74" /><Relationship Type="http://schemas.openxmlformats.org/officeDocument/2006/relationships/slide" Target="/ppt/slides/slide4.xml" Id="Rc9352622d8914114" /><Relationship Type="http://schemas.openxmlformats.org/officeDocument/2006/relationships/slide" Target="/ppt/slides/slide5.xml" Id="R14865100150d456e" /><Relationship Type="http://schemas.openxmlformats.org/officeDocument/2006/relationships/slide" Target="/ppt/slides/slide6.xml" Id="Rb0e7fd15037340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a022c5eff5e46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87a4c9deee43b0" /><Relationship Type="http://schemas.openxmlformats.org/officeDocument/2006/relationships/notesMaster" Target="/ppt/notesMasters/notesMaster1.xml" Id="R799225d5e58943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180608062b4076" /><Relationship Type="http://schemas.openxmlformats.org/officeDocument/2006/relationships/notesMaster" Target="/ppt/notesMasters/notesMaster1.xml" Id="Rbf0c495a3d1b48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b4da4c169744a6" /><Relationship Type="http://schemas.openxmlformats.org/officeDocument/2006/relationships/notesMaster" Target="/ppt/notesMasters/notesMaster1.xml" Id="R48dce762abc746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131c5a34894f45" /><Relationship Type="http://schemas.openxmlformats.org/officeDocument/2006/relationships/notesMaster" Target="/ppt/notesMasters/notesMaster1.xml" Id="R51e8b96aef2148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67bd9624c14ca7" /><Relationship Type="http://schemas.openxmlformats.org/officeDocument/2006/relationships/notesMaster" Target="/ppt/notesMasters/notesMaster1.xml" Id="R70ca71db390547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726662f25d4a31" /><Relationship Type="http://schemas.openxmlformats.org/officeDocument/2006/relationships/notesMaster" Target="/ppt/notesMasters/notesMaster1.xml" Id="Rcf8c2acc9958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https://github.com/uxlfoundation/skills/tree/main/skills/uxl-performance-validation</a:t>
            </a:r>
          </a:p>
          <a:p xmlns:a="http://schemas.openxmlformats.org/drawingml/2006/main">
            <a:r>
              <a:t>- https://github.com/uxlfoundation/skills/blob/main/skill-cards/uxl-performance-validation.md</a:t>
            </a:r>
          </a:p>
          <a:p xmlns:a="http://schemas.openxmlformats.org/drawingml/2006/main">
            <a:r>
              <a:t>- https://github.com/uxlfoundation/skills/blob/main/docs/maintainer-review/uxl-performance-validation.md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shared performance-validation skill and its current 4-of-6 runnable task inventory.</a:t>
            </a:r>
          </a:p>
          <a:p xmlns:a="http://schemas.openxmlformats.org/drawingml/2006/main">
            <a:r>
              <a:t>Explain: The skill teaches correctness-first benchmark and claim discipline that applies across UXL projects.</a:t>
            </a:r>
          </a:p>
          <a:p xmlns:a="http://schemas.openxmlformats.org/drawingml/2006/main">
            <a:r>
              <a:t>Emphasize: It does not replace each project's benchmark suite, approved metrics, or interpretation by performance owners.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https://github.com/uxlfoundation/skills/tree/main/skills/uxl-performance-validation</a:t>
            </a:r>
          </a:p>
          <a:p xmlns:a="http://schemas.openxmlformats.org/drawingml/2006/main">
            <a:r>
              <a:t>- https://github.com/uxlfoundation/skills/blob/main/skill-cards/uxl-performance-validation.md</a:t>
            </a:r>
          </a:p>
          <a:p xmlns:a="http://schemas.openxmlformats.org/drawingml/2006/main">
            <a:r>
              <a:t>- https://github.com/uxlfoundation/skills/blob/main/docs/maintainer-review/uxl-performance-validation.md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Explain the evidence order the skill expects.</a:t>
            </a:r>
          </a:p>
          <a:p xmlns:a="http://schemas.openxmlformats.org/drawingml/2006/main">
            <a:r>
              <a:t>Explain: Define correctness, baseline, and timing scope; warm up and repeat; synchronize asynchronous work; report variance; profile only after a regression is established.</a:t>
            </a:r>
          </a:p>
          <a:p xmlns:a="http://schemas.openxmlformats.org/drawingml/2006/main">
            <a:r>
              <a:t>Emphasize: A faster number is not useful unless the compared work and user-visible result are demonstrably equivalent.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https://github.com/uxlfoundation/skills/tree/main/skills/uxl-performance-validation</a:t>
            </a:r>
          </a:p>
          <a:p xmlns:a="http://schemas.openxmlformats.org/drawingml/2006/main">
            <a:r>
              <a:t>- https://github.com/uxlfoundation/skills/blob/main/skill-cards/uxl-performance-validation.md</a:t>
            </a:r>
          </a:p>
          <a:p xmlns:a="http://schemas.openxmlformats.org/drawingml/2006/main">
            <a:r>
              <a:t>- https://github.com/uxlfoundation/skills/blob/main/docs/maintainer-review/uxl-performance-validation.md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Interpret the implemented and planned evaluation tasks.</a:t>
            </a:r>
          </a:p>
          <a:p xmlns:a="http://schemas.openxmlformats.org/drawingml/2006/main">
            <a:r>
              <a:t>Explain: Four tasks exercise asynchronous timing, report repair, floating tolerance, and constrained concurrency; transfer-inclusive and profile-after-regression cases remain target-dependent gaps.</a:t>
            </a:r>
          </a:p>
          <a:p xmlns:a="http://schemas.openxmlformats.org/drawingml/2006/main">
            <a:r>
              <a:t>Emphasize: The current tasks test evidence discipline, but none yet supports a broad claim that the skill improves performance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https://github.com/uxlfoundation/skills/tree/main/skills/uxl-performance-validation</a:t>
            </a:r>
          </a:p>
          <a:p xmlns:a="http://schemas.openxmlformats.org/drawingml/2006/main">
            <a:r>
              <a:t>- https://github.com/uxlfoundation/skills/blob/main/skill-cards/uxl-performance-validation.md</a:t>
            </a:r>
          </a:p>
          <a:p xmlns:a="http://schemas.openxmlformats.org/drawingml/2006/main">
            <a:r>
              <a:t>- https://github.com/uxlfoundation/skills/blob/main/docs/maintainer-review/uxl-performance-validation.md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Describe the design principles behind the content.</a:t>
            </a:r>
          </a:p>
          <a:p xmlns:a="http://schemas.openxmlformats.org/drawingml/2006/main">
            <a:r>
              <a:t>Explain: Project-native tools stay authoritative while shared invariants—correctness, scope, synchronization, variance, provenance, and claim language—shape adversarial scenarios.</a:t>
            </a:r>
          </a:p>
          <a:p xmlns:a="http://schemas.openxmlformats.org/drawingml/2006/main">
            <a:r>
              <a:t>Emphasize: Target-dependent gaps stay visible until qualified lanes and authentic regressions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https://github.com/uxlfoundation/skills/tree/main/skills/uxl-performance-validation</a:t>
            </a:r>
          </a:p>
          <a:p xmlns:a="http://schemas.openxmlformats.org/drawingml/2006/main">
            <a:r>
              <a:t>- https://github.com/uxlfoundation/skills/blob/main/skill-cards/uxl-performance-validation.md</a:t>
            </a:r>
          </a:p>
          <a:p xmlns:a="http://schemas.openxmlformats.org/drawingml/2006/main">
            <a:r>
              <a:t>- https://github.com/uxlfoundation/skills/blob/main/docs/maintainer-review/uxl-performance-validation.md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Clarify ownership of performance guidance and evidence.</a:t>
            </a:r>
          </a:p>
          <a:p xmlns:a="http://schemas.openxmlformats.org/drawingml/2006/main">
            <a:r>
              <a:t>Explain: Shared reviewers own the common evidence contract; project benchmark owners supply commands and interpretation limits; lane owners qualify environments; UXL maintains matched trials and artifacts.</a:t>
            </a:r>
          </a:p>
          <a:p xmlns:a="http://schemas.openxmlformats.org/drawingml/2006/main">
            <a:r>
              <a:t>Emphasize: Hardware qualification proves the lane, not the value of the skill or the validity of a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https://github.com/uxlfoundation/skills/tree/main/skills/uxl-performance-validation</a:t>
            </a:r>
          </a:p>
          <a:p xmlns:a="http://schemas.openxmlformats.org/drawingml/2006/main">
            <a:r>
              <a:t>- https://github.com/uxlfoundation/skills/blob/main/skill-cards/uxl-performance-validation.md</a:t>
            </a:r>
          </a:p>
          <a:p xmlns:a="http://schemas.openxmlformats.org/drawingml/2006/main">
            <a:r>
              <a:t>- https://github.com/uxlfoundation/skills/blob/main/docs/maintainer-review/uxl-performance-validation.md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Conclude with a focused review request.</a:t>
            </a:r>
          </a:p>
          <a:p xmlns:a="http://schemas.openxmlformats.org/drawingml/2006/main">
            <a:r>
              <a:t>Explain: Ask reviewers to confirm the evidence order, correct a benchmark assumption, judge the six tasks, and identify a shared owner.</a:t>
            </a:r>
          </a:p>
          <a:p xmlns:a="http://schemas.openxmlformats.org/drawingml/2006/main">
            <a:r>
              <a:t>Emphasize: The goal is reproducible, narrowly scoped evidence before an agent makes any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e26d67fcd483a" /><Relationship Type="http://schemas.openxmlformats.org/officeDocument/2006/relationships/image" Target="/ppt/media/image2.png" Id="Rcc8b597e322f49e9" /><Relationship Type="http://schemas.openxmlformats.org/officeDocument/2006/relationships/image" Target="/ppt/media/image3.png" Id="R05b9b3aa051c43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d76940b0545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e9842707ec4ebc" /><Relationship Type="http://schemas.openxmlformats.org/officeDocument/2006/relationships/image" Target="/ppt/media/image4.png" Id="Rd796c055db33434c" /><Relationship Type="http://schemas.openxmlformats.org/officeDocument/2006/relationships/image" Target="/ppt/media/image.png" Id="Rf99301e749eb44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fc249200644cd" /><Relationship Type="http://schemas.openxmlformats.org/officeDocument/2006/relationships/image" Target="/ppt/media/image5.png" Id="Rba67c8963b84453f" /><Relationship Type="http://schemas.openxmlformats.org/officeDocument/2006/relationships/image" Target="/ppt/media/image.png" Id="Rac2db4c5efc74d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09e18c2a2448a" /><Relationship Type="http://schemas.openxmlformats.org/officeDocument/2006/relationships/image" Target="/ppt/media/image6.png" Id="R9ca37eacd9714409" /><Relationship Type="http://schemas.openxmlformats.org/officeDocument/2006/relationships/image" Target="/ppt/media/image.png" Id="R5b35ffaf1b864a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2598d8aac413f" /><Relationship Type="http://schemas.openxmlformats.org/officeDocument/2006/relationships/image" Target="/ppt/media/image3.png" Id="Ra5f8058c41ea4d6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30eca1e484e4f" /><Relationship Type="http://schemas.openxmlformats.org/officeDocument/2006/relationships/image" Target="/ppt/media/image7.png" Id="R4c63e5d09b594ddb" /><Relationship Type="http://schemas.openxmlformats.org/officeDocument/2006/relationships/image" Target="/ppt/media/image8.png" Id="Re604d2cd3afb4ee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ed51a3c174ca5" /><Relationship Type="http://schemas.openxmlformats.org/officeDocument/2006/relationships/image" Target="/ppt/media/image9.png" Id="Rb55b19f331354e8f" /><Relationship Type="http://schemas.openxmlformats.org/officeDocument/2006/relationships/image" Target="/ppt/media/image3.png" Id="R7ff8ccc0330945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2ab303d234e3a" /><Relationship Type="http://schemas.openxmlformats.org/officeDocument/2006/relationships/image" Target="/ppt/media/image10.png" Id="R004c3bc3a7924890" /><Relationship Type="http://schemas.openxmlformats.org/officeDocument/2006/relationships/image" Target="/ppt/media/image.png" Id="Ra162283e02384ff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95910e83c45e8" /><Relationship Type="http://schemas.openxmlformats.org/officeDocument/2006/relationships/image" Target="/ppt/media/image11.png" Id="R954ec47ace014641" /><Relationship Type="http://schemas.openxmlformats.org/officeDocument/2006/relationships/image" Target="/ppt/media/image3.png" Id="R90d228b5eabe42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d9776d328c45fe" /><Relationship Type="http://schemas.openxmlformats.org/officeDocument/2006/relationships/image" Target="/ppt/media/image3.png" Id="Redcb97401a3b40f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614990f94452a" /><Relationship Type="http://schemas.openxmlformats.org/officeDocument/2006/relationships/image" Target="/ppt/media/image12.png" Id="Ra0d4a9f83a264e0c" /><Relationship Type="http://schemas.openxmlformats.org/officeDocument/2006/relationships/image" Target="/ppt/media/image.png" Id="Rb87818b6d99540d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32fefc404e432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c823953f848f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fdbee7e952404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acdefe8ff483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a50d15271b47e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12bdf6454d4b10" /><Relationship Type="http://schemas.openxmlformats.org/officeDocument/2006/relationships/image" Target="/ppt/media/image8.png" Id="Ref7bf83cb96d403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91164d559e4f1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58ec2bd2b9446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82142d1c4947a0" /><Relationship Type="http://schemas.openxmlformats.org/officeDocument/2006/relationships/image" Target="/ppt/media/image13.png" Id="Rf6b125881910464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956614b2a94d8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8e51308e594064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2f72c3de6084e0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52329adbd04eb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fd3788f14847a0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bc24f7b59546e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d791b9e58f44a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12ab527fde43ce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cc8b597e322f49e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b9b3aa051c437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d796c055db33434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9301e749eb44c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ba67c8963b84453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2db4c5efc74d5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9ca37eacd971440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35ffaf1b864a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f8058c41ea4d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4c63e5d09b594dd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04d2cd3afb4ee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b55b19f331354e8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f8ccc0330945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004c3bc3a792489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162283e02384f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954ec47ace014641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d228b5eabe42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cb97401a3b40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a0d4a9f83a264e0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7818b6d99540d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7bf83cb96d40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b125881910464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27040b1c6446dd" /><Relationship Type="http://schemas.openxmlformats.org/officeDocument/2006/relationships/slideLayout" Target="/ppt/slideLayouts/slideLayout1.xml" Id="R4c16d5ae546849ea" /><Relationship Type="http://schemas.openxmlformats.org/officeDocument/2006/relationships/slideLayout" Target="/ppt/slideLayouts/slideLayout2.xml" Id="R7bf798aad6a8453b" /><Relationship Type="http://schemas.openxmlformats.org/officeDocument/2006/relationships/slideLayout" Target="/ppt/slideLayouts/slideLayout3.xml" Id="R225366d2917541d5" /><Relationship Type="http://schemas.openxmlformats.org/officeDocument/2006/relationships/slideLayout" Target="/ppt/slideLayouts/slideLayout4.xml" Id="Rbc40cbf1c26945f3" /><Relationship Type="http://schemas.openxmlformats.org/officeDocument/2006/relationships/slideLayout" Target="/ppt/slideLayouts/slideLayout5.xml" Id="R0e43a13860ef4ba7" /><Relationship Type="http://schemas.openxmlformats.org/officeDocument/2006/relationships/slideLayout" Target="/ppt/slideLayouts/slideLayout6.xml" Id="R6a3b7ad662194746" /><Relationship Type="http://schemas.openxmlformats.org/officeDocument/2006/relationships/slideLayout" Target="/ppt/slideLayouts/slideLayout7.xml" Id="Rf289b8de279846d2" /><Relationship Type="http://schemas.openxmlformats.org/officeDocument/2006/relationships/slideLayout" Target="/ppt/slideLayouts/slideLayout8.xml" Id="R82512e48607c4e2e" /><Relationship Type="http://schemas.openxmlformats.org/officeDocument/2006/relationships/slideLayout" Target="/ppt/slideLayouts/slideLayout9.xml" Id="R506663db5dc446fc" /><Relationship Type="http://schemas.openxmlformats.org/officeDocument/2006/relationships/slideLayout" Target="/ppt/slideLayouts/slideLayout10.xml" Id="R7b855d34fffc4208" /><Relationship Type="http://schemas.openxmlformats.org/officeDocument/2006/relationships/slideLayout" Target="/ppt/slideLayouts/slideLayout11.xml" Id="Rfa3281151206416a" /><Relationship Type="http://schemas.openxmlformats.org/officeDocument/2006/relationships/slideLayout" Target="/ppt/slideLayouts/slideLayout12.xml" Id="Rf3d7b93b6d724d05" /><Relationship Type="http://schemas.openxmlformats.org/officeDocument/2006/relationships/slideLayout" Target="/ppt/slideLayouts/slideLayout13.xml" Id="Rd0bb4f0dda314428" /><Relationship Type="http://schemas.openxmlformats.org/officeDocument/2006/relationships/slideLayout" Target="/ppt/slideLayouts/slideLayout14.xml" Id="Rf699128381334447" /><Relationship Type="http://schemas.openxmlformats.org/officeDocument/2006/relationships/slideLayout" Target="/ppt/slideLayouts/slideLayout15.xml" Id="Rcdeea891e7e24ba0" /><Relationship Type="http://schemas.openxmlformats.org/officeDocument/2006/relationships/slideLayout" Target="/ppt/slideLayouts/slideLayout16.xml" Id="R212f56a6093d411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6e017cc35fd64b08" /><Relationship Type="http://schemas.openxmlformats.org/officeDocument/2006/relationships/theme" Target="/ppt/slideMasters/theme/theme3.xml" Id="R22ff56a0135e42bd" /><Relationship Type="http://schemas.openxmlformats.org/officeDocument/2006/relationships/slideLayout" Target="/ppt/slideLayouts/slideLayout17.xml" Id="R31de88c8799e40b7" /><Relationship Type="http://schemas.openxmlformats.org/officeDocument/2006/relationships/slideLayout" Target="/ppt/slideLayouts/slideLayout18.xml" Id="Rf653bc1988894616" /><Relationship Type="http://schemas.openxmlformats.org/officeDocument/2006/relationships/slideLayout" Target="/ppt/slideLayouts/slideLayout19.xml" Id="R6364e82cdf694a83" /><Relationship Type="http://schemas.openxmlformats.org/officeDocument/2006/relationships/slideLayout" Target="/ppt/slideLayouts/slideLayout20.xml" Id="R9ce082380ede48ac" /><Relationship Type="http://schemas.openxmlformats.org/officeDocument/2006/relationships/slideLayout" Target="/ppt/slideLayouts/slideLayout21.xml" Id="Rf031b00929aa4a46" /><Relationship Type="http://schemas.openxmlformats.org/officeDocument/2006/relationships/slideLayout" Target="/ppt/slideLayouts/slideLayout22.xml" Id="Rcbca3bea47b24493" /><Relationship Type="http://schemas.openxmlformats.org/officeDocument/2006/relationships/slideLayout" Target="/ppt/slideLayouts/slideLayout23.xml" Id="Rc407b77f01ba46b4" /><Relationship Type="http://schemas.openxmlformats.org/officeDocument/2006/relationships/slideLayout" Target="/ppt/slideLayouts/slideLayout24.xml" Id="R0ab7e26e0cb64ddf" /><Relationship Type="http://schemas.openxmlformats.org/officeDocument/2006/relationships/slideLayout" Target="/ppt/slideLayouts/slideLayout25.xml" Id="R8603987ff1a0424b" /><Relationship Type="http://schemas.openxmlformats.org/officeDocument/2006/relationships/slideLayout" Target="/ppt/slideLayouts/slideLayout26.xml" Id="R95715d14f6e44f08" /><Relationship Type="http://schemas.openxmlformats.org/officeDocument/2006/relationships/slideLayout" Target="/ppt/slideLayouts/slideLayout27.xml" Id="R7501a8b0b19948c0" /><Relationship Type="http://schemas.openxmlformats.org/officeDocument/2006/relationships/slideLayout" Target="/ppt/slideLayouts/slideLayout28.xml" Id="R9e457d28034b4f68" /><Relationship Type="http://schemas.openxmlformats.org/officeDocument/2006/relationships/slideLayout" Target="/ppt/slideLayouts/slideLayout29.xml" Id="Rbd74faa4f2d745f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16d5ae546849ea"/>
    <p:sldLayoutId xmlns:r="http://schemas.openxmlformats.org/officeDocument/2006/relationships" id="2147483650" r:id="R7bf798aad6a8453b"/>
    <p:sldLayoutId xmlns:r="http://schemas.openxmlformats.org/officeDocument/2006/relationships" id="2147483651" r:id="R225366d2917541d5"/>
    <p:sldLayoutId xmlns:r="http://schemas.openxmlformats.org/officeDocument/2006/relationships" id="2147483652" r:id="Rbc40cbf1c26945f3"/>
    <p:sldLayoutId xmlns:r="http://schemas.openxmlformats.org/officeDocument/2006/relationships" id="2147483653" r:id="R0e43a13860ef4ba7"/>
    <p:sldLayoutId xmlns:r="http://schemas.openxmlformats.org/officeDocument/2006/relationships" id="2147483654" r:id="R6a3b7ad662194746"/>
    <p:sldLayoutId xmlns:r="http://schemas.openxmlformats.org/officeDocument/2006/relationships" id="2147483655" r:id="Rf289b8de279846d2"/>
    <p:sldLayoutId xmlns:r="http://schemas.openxmlformats.org/officeDocument/2006/relationships" id="2147483656" r:id="R82512e48607c4e2e"/>
    <p:sldLayoutId xmlns:r="http://schemas.openxmlformats.org/officeDocument/2006/relationships" id="2147483657" r:id="R506663db5dc446fc"/>
    <p:sldLayoutId xmlns:r="http://schemas.openxmlformats.org/officeDocument/2006/relationships" id="2147483658" r:id="R7b855d34fffc4208"/>
    <p:sldLayoutId xmlns:r="http://schemas.openxmlformats.org/officeDocument/2006/relationships" id="2147483659" r:id="Rfa3281151206416a"/>
    <p:sldLayoutId xmlns:r="http://schemas.openxmlformats.org/officeDocument/2006/relationships" id="2147483660" r:id="Rf3d7b93b6d724d05"/>
    <p:sldLayoutId xmlns:r="http://schemas.openxmlformats.org/officeDocument/2006/relationships" id="2147483661" r:id="Rd0bb4f0dda314428"/>
    <p:sldLayoutId xmlns:r="http://schemas.openxmlformats.org/officeDocument/2006/relationships" id="2147483662" r:id="Rf699128381334447"/>
    <p:sldLayoutId xmlns:r="http://schemas.openxmlformats.org/officeDocument/2006/relationships" id="2147483663" r:id="Rcdeea891e7e24ba0"/>
    <p:sldLayoutId xmlns:r="http://schemas.openxmlformats.org/officeDocument/2006/relationships" id="2147483664" r:id="R212f56a6093d4114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017cc35fd64b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31de88c8799e40b7"/>
    <p:sldLayoutId xmlns:r="http://schemas.openxmlformats.org/officeDocument/2006/relationships" id="2147483667" r:id="Rf653bc1988894616"/>
    <p:sldLayoutId xmlns:r="http://schemas.openxmlformats.org/officeDocument/2006/relationships" id="2147483668" r:id="R6364e82cdf694a83"/>
    <p:sldLayoutId xmlns:r="http://schemas.openxmlformats.org/officeDocument/2006/relationships" id="2147483669" r:id="R9ce082380ede48ac"/>
    <p:sldLayoutId xmlns:r="http://schemas.openxmlformats.org/officeDocument/2006/relationships" id="2147483670" r:id="Rf031b00929aa4a46"/>
    <p:sldLayoutId xmlns:r="http://schemas.openxmlformats.org/officeDocument/2006/relationships" id="2147483671" r:id="Rcbca3bea47b24493"/>
    <p:sldLayoutId xmlns:r="http://schemas.openxmlformats.org/officeDocument/2006/relationships" id="2147483672" r:id="Rc407b77f01ba46b4"/>
    <p:sldLayoutId xmlns:r="http://schemas.openxmlformats.org/officeDocument/2006/relationships" id="2147483673" r:id="R0ab7e26e0cb64ddf"/>
    <p:sldLayoutId xmlns:r="http://schemas.openxmlformats.org/officeDocument/2006/relationships" id="2147483674" r:id="R8603987ff1a0424b"/>
    <p:sldLayoutId xmlns:r="http://schemas.openxmlformats.org/officeDocument/2006/relationships" id="2147483675" r:id="R95715d14f6e44f08"/>
    <p:sldLayoutId xmlns:r="http://schemas.openxmlformats.org/officeDocument/2006/relationships" id="2147483676" r:id="R7501a8b0b19948c0"/>
    <p:sldLayoutId xmlns:r="http://schemas.openxmlformats.org/officeDocument/2006/relationships" id="2147483677" r:id="R9e457d28034b4f68"/>
    <p:sldLayoutId xmlns:r="http://schemas.openxmlformats.org/officeDocument/2006/relationships" id="2147483678" r:id="Rbd74faa4f2d745f5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05b36ea9a28442d" /><Relationship Type="http://schemas.openxmlformats.org/officeDocument/2006/relationships/notesSlide" Target="/ppt/notesSlides/notesSlide1.xml" Id="Rac3b3377edae4e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5bec97ac89e42b1" /><Relationship Type="http://schemas.openxmlformats.org/officeDocument/2006/relationships/notesSlide" Target="/ppt/notesSlides/notesSlide2.xml" Id="Rc54d32f416cd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1878ce611744a52" /><Relationship Type="http://schemas.openxmlformats.org/officeDocument/2006/relationships/notesSlide" Target="/ppt/notesSlides/notesSlide3.xml" Id="Ra407c012be36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5323359c1b14c5e" /><Relationship Type="http://schemas.openxmlformats.org/officeDocument/2006/relationships/notesSlide" Target="/ppt/notesSlides/notesSlide4.xml" Id="R291abc4724b240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3c4b9c8fd36499f" /><Relationship Type="http://schemas.openxmlformats.org/officeDocument/2006/relationships/notesSlide" Target="/ppt/notesSlides/notesSlide5.xml" Id="R696f7bdd969943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368d0e2260b140c0" /><Relationship Type="http://schemas.openxmlformats.org/officeDocument/2006/relationships/notesSlide" Target="/ppt/notesSlides/notesSlide6.xml" Id="R06c43e46d2284f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Performance Validation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Correctness-first benchmark and claim discipline across UXL projects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 4 of 6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Write the user-visible correctness contract first — Outputs, metrics, tolerances, and failure criteria.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Choose the baseline and scope — State exactly which work each timing includes.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Warm up and repeat — Report distribution and variance, not a single best run.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Synchronize asynchronous work — Host timers stop only after the measured operation completes.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Profile after a validated regression — Profilers explain a measured problem; they do not create one.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4 implemented, 2 target gaps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 — Tiny async GPU claim; benchmark report repair; floating-reduction tolerance; cgroup concurrency quota.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 — The concurrency task is grounded in a oneTBB maintainer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 — Transfer-inclusive comparison and profile-after-regression on declared target lanes.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What this proves — Current tasks test evidence discipline; none yet retains measured skill headroom for promotion.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Project-native benchmarks first — Each library's tests and benchmark tools remain authoritative.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Cross-project invariants — Correctness, baseline, scope, synchronization, variance, provenance, and claim language recur everywhere.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Adversarial scenarios — Tasks target tempting but invalid conclusions, not just command recall.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Visible gaps — Target-dependent measurement remains planned until qualified lanes and authentic regressions exist.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shared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Working-group reviewers own — The common evidence and claim contract.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Project benchmark owners supply — Approved commands, metrics, tolerances, representative sizes, and interpretation limits.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Hardware owners qualify lanes — They prove the environment, not the skill's value.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infrastructure maintains — Matched evaluation cells, provenance schemas, Harbor artifacts, and public dashboards.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evidence order — Correctness, baseline, scope, repetitions, variance, then profiling.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one benchmark assumption — Add a project-specific limitation or required metric.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six tasks — Keep, rewrite, or remove; nominate an authentic regression with headroom.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 shared owner — Include project benchmark owners in periodic review.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 — Agents produce reproducible, narrowly scoped evidence before making performance claims.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2026-09-08T23:12:10.7420000Z</dcterms:created>
  <dcterms:modified xsi:type="dcterms:W3CDTF">2026-09-08T23:12:10.7420000Z</dcterms:modified>
</coreProperties>
</file>