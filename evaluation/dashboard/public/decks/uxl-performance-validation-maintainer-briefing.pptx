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e359e4c38248e0" /><Relationship Type="http://schemas.openxmlformats.org/officeDocument/2006/relationships/extended-properties" Target="/docProps/app.xml" Id="Rc015bd4d36ce4550" /><Relationship Type="http://schemas.openxmlformats.org/officeDocument/2006/relationships/officeDocument" Target="/ppt/presentation.xml" Id="Ra8c45eb3864743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ec4d78472c48ce"/>
    <p:sldMasterId xmlns:r="http://schemas.openxmlformats.org/officeDocument/2006/relationships" id="2147483665" r:id="R6cd37fa2503946d6"/>
  </p:sldMasterIdLst>
  <p:notesMasterIdLst>
    <p:notesMasterId xmlns:r="http://schemas.openxmlformats.org/officeDocument/2006/relationships" r:id="Re95bcf66c5ee4803"/>
  </p:notesMasterIdLst>
  <p:sldIdLst>
    <p:sldId xmlns:r="http://schemas.openxmlformats.org/officeDocument/2006/relationships" id="256" r:id="Rc4b5ce1472eb443c"/>
    <p:sldId xmlns:r="http://schemas.openxmlformats.org/officeDocument/2006/relationships" id="257" r:id="R767987d457684969"/>
    <p:sldId xmlns:r="http://schemas.openxmlformats.org/officeDocument/2006/relationships" id="258" r:id="Rb01dc0b9db674b0f"/>
    <p:sldId xmlns:r="http://schemas.openxmlformats.org/officeDocument/2006/relationships" id="259" r:id="R91d0f48f25174529"/>
    <p:sldId xmlns:r="http://schemas.openxmlformats.org/officeDocument/2006/relationships" id="260" r:id="Ref662cb50eaf48f9"/>
    <p:sldId xmlns:r="http://schemas.openxmlformats.org/officeDocument/2006/relationships" id="261" r:id="R805843fd6879411b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ded121a431432b" /><Relationship Type="http://schemas.openxmlformats.org/officeDocument/2006/relationships/slideMaster" Target="/ppt/slideMasters/slideMaster1.xml" Id="R6cec4d78472c48ce" /><Relationship Type="http://schemas.openxmlformats.org/officeDocument/2006/relationships/slideMaster" Target="/ppt/slideMasters/slideMaster2.xml" Id="R6cd37fa2503946d6" /><Relationship Type="http://schemas.openxmlformats.org/officeDocument/2006/relationships/notesMaster" Target="/ppt/notesMasters/notesMaster1.xml" Id="Re95bcf66c5ee4803" /><Relationship Type="http://schemas.openxmlformats.org/officeDocument/2006/relationships/presProps" Target="/ppt/presProps.xml" Id="R98d01980ae9f4294" /><Relationship Type="http://schemas.openxmlformats.org/officeDocument/2006/relationships/viewProps" Target="/ppt/viewProps.xml" Id="Rfc830dc5f9a0469f" /><Relationship Type="http://schemas.openxmlformats.org/officeDocument/2006/relationships/tableStyles" Target="/ppt/tableStyles.xml" Id="Rd50af49d2754471f" /><Relationship Type="http://schemas.microsoft.com/office/2018/10/relationships/authors" Target="/ppt/authors.xml" Id="R5de9eae44b124af5" /><Relationship Type="http://schemas.openxmlformats.org/officeDocument/2006/relationships/slide" Target="/ppt/slides/slide1.xml" Id="Rc4b5ce1472eb443c" /><Relationship Type="http://schemas.openxmlformats.org/officeDocument/2006/relationships/slide" Target="/ppt/slides/slide2.xml" Id="R767987d457684969" /><Relationship Type="http://schemas.openxmlformats.org/officeDocument/2006/relationships/slide" Target="/ppt/slides/slide3.xml" Id="Rb01dc0b9db674b0f" /><Relationship Type="http://schemas.openxmlformats.org/officeDocument/2006/relationships/slide" Target="/ppt/slides/slide4.xml" Id="R91d0f48f25174529" /><Relationship Type="http://schemas.openxmlformats.org/officeDocument/2006/relationships/slide" Target="/ppt/slides/slide5.xml" Id="Ref662cb50eaf48f9" /><Relationship Type="http://schemas.openxmlformats.org/officeDocument/2006/relationships/slide" Target="/ppt/slides/slide6.xml" Id="R805843fd687941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89597e6e1e74a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71d8cd0059433e" /><Relationship Type="http://schemas.openxmlformats.org/officeDocument/2006/relationships/notesMaster" Target="/ppt/notesMasters/notesMaster1.xml" Id="R3351cbc9c2c349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d85f00a5bb44d9" /><Relationship Type="http://schemas.openxmlformats.org/officeDocument/2006/relationships/notesMaster" Target="/ppt/notesMasters/notesMaster1.xml" Id="Re372ca960edf43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23b12a06e74727" /><Relationship Type="http://schemas.openxmlformats.org/officeDocument/2006/relationships/notesMaster" Target="/ppt/notesMasters/notesMaster1.xml" Id="Rb094a3704d0647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4dce36c9894311" /><Relationship Type="http://schemas.openxmlformats.org/officeDocument/2006/relationships/notesMaster" Target="/ppt/notesMasters/notesMaster1.xml" Id="R81f27b1db4264c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15e29d324d4bb3" /><Relationship Type="http://schemas.openxmlformats.org/officeDocument/2006/relationships/notesMaster" Target="/ppt/notesMasters/notesMaster1.xml" Id="R8ce93b014efe4b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3c4ff097bf42f0" /><Relationship Type="http://schemas.openxmlformats.org/officeDocument/2006/relationships/notesMaster" Target="/ppt/notesMasters/notesMaster1.xml" Id="R5ce94b5cbbb24b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UXL SKILLS EVALUATOR: Performance Validation Skill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4 implemented, 2 target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shared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https://github.com/uxlfoundation/skills/tree/main/skills/uxl-performance-validation</a:t>
            </a:r>
          </a:p>
          <a:p xmlns:a="http://schemas.openxmlformats.org/drawingml/2006/main">
            <a:r>
              <a:t>- https://github.com/uxlfoundation/skills/blob/main/skill-cards/uxl-performance-validation.md</a:t>
            </a:r>
          </a:p>
          <a:p xmlns:a="http://schemas.openxmlformats.org/drawingml/2006/main">
            <a:r>
              <a:t>- https://github.com/uxlfoundation/skills/blob/main/docs/maintainer-review/uxl-performance-validation.md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- https://github.com/uxlfoundation/skills/blob/main/evaluation/harbor/EVALUATOR_POLICY.md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6fc5ac74340fd" /><Relationship Type="http://schemas.openxmlformats.org/officeDocument/2006/relationships/image" Target="/ppt/media/image2.png" Id="Rebfc6800060e45ff" /><Relationship Type="http://schemas.openxmlformats.org/officeDocument/2006/relationships/image" Target="/ppt/media/image3.png" Id="Ra35fd38994db4f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818c0525c94c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03a02c5542406a" /><Relationship Type="http://schemas.openxmlformats.org/officeDocument/2006/relationships/image" Target="/ppt/media/image4.png" Id="R210492bfee494f94" /><Relationship Type="http://schemas.openxmlformats.org/officeDocument/2006/relationships/image" Target="/ppt/media/image.png" Id="Rb1b90555d83b46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c091f4b5e24c56" /><Relationship Type="http://schemas.openxmlformats.org/officeDocument/2006/relationships/image" Target="/ppt/media/image5.png" Id="Rb113f55924ff4c7e" /><Relationship Type="http://schemas.openxmlformats.org/officeDocument/2006/relationships/image" Target="/ppt/media/image.png" Id="R0fec7f323de64d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3ada387e714bf2" /><Relationship Type="http://schemas.openxmlformats.org/officeDocument/2006/relationships/image" Target="/ppt/media/image6.png" Id="R4e23119ac56b4d2c" /><Relationship Type="http://schemas.openxmlformats.org/officeDocument/2006/relationships/image" Target="/ppt/media/image.png" Id="R655399793cfe4a0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a91e8b00949d0" /><Relationship Type="http://schemas.openxmlformats.org/officeDocument/2006/relationships/image" Target="/ppt/media/image3.png" Id="R0b3487bb52f64b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e464839aa4c00" /><Relationship Type="http://schemas.openxmlformats.org/officeDocument/2006/relationships/image" Target="/ppt/media/image7.png" Id="Rcb79d993f9e24bc8" /><Relationship Type="http://schemas.openxmlformats.org/officeDocument/2006/relationships/image" Target="/ppt/media/image8.png" Id="Rb0a27fc98b04436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96c313fde449fa" /><Relationship Type="http://schemas.openxmlformats.org/officeDocument/2006/relationships/image" Target="/ppt/media/image9.png" Id="R48dc806bd0514e65" /><Relationship Type="http://schemas.openxmlformats.org/officeDocument/2006/relationships/image" Target="/ppt/media/image3.png" Id="Rff0ae30f75eb43a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8c0c8abc74038" /><Relationship Type="http://schemas.openxmlformats.org/officeDocument/2006/relationships/image" Target="/ppt/media/image10.png" Id="R32afa448c4374c88" /><Relationship Type="http://schemas.openxmlformats.org/officeDocument/2006/relationships/image" Target="/ppt/media/image.png" Id="R3902d30833a24cb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b30057c836416c" /><Relationship Type="http://schemas.openxmlformats.org/officeDocument/2006/relationships/image" Target="/ppt/media/image11.png" Id="R826b4208726f4e62" /><Relationship Type="http://schemas.openxmlformats.org/officeDocument/2006/relationships/image" Target="/ppt/media/image3.png" Id="Rcf45004576974d0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e6bb4167a643b6" /><Relationship Type="http://schemas.openxmlformats.org/officeDocument/2006/relationships/image" Target="/ppt/media/image3.png" Id="Ra11fa2b0caf3447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c0377d01544a93" /><Relationship Type="http://schemas.openxmlformats.org/officeDocument/2006/relationships/image" Target="/ppt/media/image12.png" Id="Raeecc6301de6478d" /><Relationship Type="http://schemas.openxmlformats.org/officeDocument/2006/relationships/image" Target="/ppt/media/image.png" Id="R9753bee2c9074b41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fd95d5acac404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9a572078a453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635a063d0f4b8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672adbfe643fa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61af08e048f4926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1b2b401af2c4917" /><Relationship Type="http://schemas.openxmlformats.org/officeDocument/2006/relationships/image" Target="/ppt/media/image8.png" Id="Ra827efc87a314ea4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dc1371d2ffa482f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c68b680e2c648d3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9a9603977a9485b" /><Relationship Type="http://schemas.openxmlformats.org/officeDocument/2006/relationships/image" Target="/ppt/media/image13.png" Id="Ra68211a7941742c3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3aabe58b80d450d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fe839838d464f3f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5392f5bede5488d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19a954216d8405f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843bad894544f54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e3c05231d00464e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ab8192407f4d3d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54a12389be4bbe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ebfc6800060e45ff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5fd38994db4f0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210492bfee494f9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b90555d83b46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b113f55924ff4c7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ec7f323de64d4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4e23119ac56b4d2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5399793cfe4a0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3487bb52f64b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cb79d993f9e24bc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a27fc98b04436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48dc806bd0514e6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0ae30f75eb43a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32afa448c4374c88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02d30833a24cb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826b4208726f4e6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45004576974d0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1fa2b0caf3447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aeecc6301de6478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53bee2c9074b4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27efc87a314ea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8211a7941742c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9683d7aeca42b6" /><Relationship Type="http://schemas.openxmlformats.org/officeDocument/2006/relationships/slideLayout" Target="/ppt/slideLayouts/slideLayout1.xml" Id="R94507f8ee73d44af" /><Relationship Type="http://schemas.openxmlformats.org/officeDocument/2006/relationships/slideLayout" Target="/ppt/slideLayouts/slideLayout2.xml" Id="Rc51c48a8765a4c2f" /><Relationship Type="http://schemas.openxmlformats.org/officeDocument/2006/relationships/slideLayout" Target="/ppt/slideLayouts/slideLayout3.xml" Id="R48096b092a174dba" /><Relationship Type="http://schemas.openxmlformats.org/officeDocument/2006/relationships/slideLayout" Target="/ppt/slideLayouts/slideLayout4.xml" Id="R8f51d2054bb04e06" /><Relationship Type="http://schemas.openxmlformats.org/officeDocument/2006/relationships/slideLayout" Target="/ppt/slideLayouts/slideLayout5.xml" Id="R40f56d31089f4386" /><Relationship Type="http://schemas.openxmlformats.org/officeDocument/2006/relationships/slideLayout" Target="/ppt/slideLayouts/slideLayout6.xml" Id="R1d7b2e42fe1147af" /><Relationship Type="http://schemas.openxmlformats.org/officeDocument/2006/relationships/slideLayout" Target="/ppt/slideLayouts/slideLayout7.xml" Id="Rab7704a50261401c" /><Relationship Type="http://schemas.openxmlformats.org/officeDocument/2006/relationships/slideLayout" Target="/ppt/slideLayouts/slideLayout8.xml" Id="R6fbb2d74e4c3466c" /><Relationship Type="http://schemas.openxmlformats.org/officeDocument/2006/relationships/slideLayout" Target="/ppt/slideLayouts/slideLayout9.xml" Id="Re373aba6ebd944c1" /><Relationship Type="http://schemas.openxmlformats.org/officeDocument/2006/relationships/slideLayout" Target="/ppt/slideLayouts/slideLayout10.xml" Id="R0b6b6f726669456e" /><Relationship Type="http://schemas.openxmlformats.org/officeDocument/2006/relationships/slideLayout" Target="/ppt/slideLayouts/slideLayout11.xml" Id="R2f82e78f10614bc2" /><Relationship Type="http://schemas.openxmlformats.org/officeDocument/2006/relationships/slideLayout" Target="/ppt/slideLayouts/slideLayout12.xml" Id="Re6d0719ae8ee4e95" /><Relationship Type="http://schemas.openxmlformats.org/officeDocument/2006/relationships/slideLayout" Target="/ppt/slideLayouts/slideLayout13.xml" Id="R4b9e7e6548ce42c3" /><Relationship Type="http://schemas.openxmlformats.org/officeDocument/2006/relationships/slideLayout" Target="/ppt/slideLayouts/slideLayout14.xml" Id="R38e874b245d34c67" /><Relationship Type="http://schemas.openxmlformats.org/officeDocument/2006/relationships/slideLayout" Target="/ppt/slideLayouts/slideLayout15.xml" Id="Rbc39e0ae0e1b49b1" /><Relationship Type="http://schemas.openxmlformats.org/officeDocument/2006/relationships/slideLayout" Target="/ppt/slideLayouts/slideLayout16.xml" Id="R779cbce639454cbb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f68a075a200e42df" /><Relationship Type="http://schemas.openxmlformats.org/officeDocument/2006/relationships/theme" Target="/ppt/slideMasters/theme/theme3.xml" Id="R37154739631f4dbc" /><Relationship Type="http://schemas.openxmlformats.org/officeDocument/2006/relationships/slideLayout" Target="/ppt/slideLayouts/slideLayout17.xml" Id="Rc1ed23cdc8d14dad" /><Relationship Type="http://schemas.openxmlformats.org/officeDocument/2006/relationships/slideLayout" Target="/ppt/slideLayouts/slideLayout18.xml" Id="Rffb82c0640084ec2" /><Relationship Type="http://schemas.openxmlformats.org/officeDocument/2006/relationships/slideLayout" Target="/ppt/slideLayouts/slideLayout19.xml" Id="Rf602d74d8c1b4f7e" /><Relationship Type="http://schemas.openxmlformats.org/officeDocument/2006/relationships/slideLayout" Target="/ppt/slideLayouts/slideLayout20.xml" Id="Re7f66cc8b2c2413b" /><Relationship Type="http://schemas.openxmlformats.org/officeDocument/2006/relationships/slideLayout" Target="/ppt/slideLayouts/slideLayout21.xml" Id="R5acd52313d374c93" /><Relationship Type="http://schemas.openxmlformats.org/officeDocument/2006/relationships/slideLayout" Target="/ppt/slideLayouts/slideLayout22.xml" Id="R0afa2f8ada6e47f4" /><Relationship Type="http://schemas.openxmlformats.org/officeDocument/2006/relationships/slideLayout" Target="/ppt/slideLayouts/slideLayout23.xml" Id="R84044ed7f22d487c" /><Relationship Type="http://schemas.openxmlformats.org/officeDocument/2006/relationships/slideLayout" Target="/ppt/slideLayouts/slideLayout24.xml" Id="R0c2ee317979645e2" /><Relationship Type="http://schemas.openxmlformats.org/officeDocument/2006/relationships/slideLayout" Target="/ppt/slideLayouts/slideLayout25.xml" Id="Rdb4a22f1179f40cb" /><Relationship Type="http://schemas.openxmlformats.org/officeDocument/2006/relationships/slideLayout" Target="/ppt/slideLayouts/slideLayout26.xml" Id="R79cae61ba8a84484" /><Relationship Type="http://schemas.openxmlformats.org/officeDocument/2006/relationships/slideLayout" Target="/ppt/slideLayouts/slideLayout27.xml" Id="Rd35f3cefae9841b1" /><Relationship Type="http://schemas.openxmlformats.org/officeDocument/2006/relationships/slideLayout" Target="/ppt/slideLayouts/slideLayout28.xml" Id="R81107fe299e147e7" /><Relationship Type="http://schemas.openxmlformats.org/officeDocument/2006/relationships/slideLayout" Target="/ppt/slideLayouts/slideLayout29.xml" Id="Rbff2c8227e3f48c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507f8ee73d44af"/>
    <p:sldLayoutId xmlns:r="http://schemas.openxmlformats.org/officeDocument/2006/relationships" id="2147483650" r:id="Rc51c48a8765a4c2f"/>
    <p:sldLayoutId xmlns:r="http://schemas.openxmlformats.org/officeDocument/2006/relationships" id="2147483651" r:id="R48096b092a174dba"/>
    <p:sldLayoutId xmlns:r="http://schemas.openxmlformats.org/officeDocument/2006/relationships" id="2147483652" r:id="R8f51d2054bb04e06"/>
    <p:sldLayoutId xmlns:r="http://schemas.openxmlformats.org/officeDocument/2006/relationships" id="2147483653" r:id="R40f56d31089f4386"/>
    <p:sldLayoutId xmlns:r="http://schemas.openxmlformats.org/officeDocument/2006/relationships" id="2147483654" r:id="R1d7b2e42fe1147af"/>
    <p:sldLayoutId xmlns:r="http://schemas.openxmlformats.org/officeDocument/2006/relationships" id="2147483655" r:id="Rab7704a50261401c"/>
    <p:sldLayoutId xmlns:r="http://schemas.openxmlformats.org/officeDocument/2006/relationships" id="2147483656" r:id="R6fbb2d74e4c3466c"/>
    <p:sldLayoutId xmlns:r="http://schemas.openxmlformats.org/officeDocument/2006/relationships" id="2147483657" r:id="Re373aba6ebd944c1"/>
    <p:sldLayoutId xmlns:r="http://schemas.openxmlformats.org/officeDocument/2006/relationships" id="2147483658" r:id="R0b6b6f726669456e"/>
    <p:sldLayoutId xmlns:r="http://schemas.openxmlformats.org/officeDocument/2006/relationships" id="2147483659" r:id="R2f82e78f10614bc2"/>
    <p:sldLayoutId xmlns:r="http://schemas.openxmlformats.org/officeDocument/2006/relationships" id="2147483660" r:id="Re6d0719ae8ee4e95"/>
    <p:sldLayoutId xmlns:r="http://schemas.openxmlformats.org/officeDocument/2006/relationships" id="2147483661" r:id="R4b9e7e6548ce42c3"/>
    <p:sldLayoutId xmlns:r="http://schemas.openxmlformats.org/officeDocument/2006/relationships" id="2147483662" r:id="R38e874b245d34c67"/>
    <p:sldLayoutId xmlns:r="http://schemas.openxmlformats.org/officeDocument/2006/relationships" id="2147483663" r:id="Rbc39e0ae0e1b49b1"/>
    <p:sldLayoutId xmlns:r="http://schemas.openxmlformats.org/officeDocument/2006/relationships" id="2147483664" r:id="R779cbce639454cbb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8a075a200e42d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c1ed23cdc8d14dad"/>
    <p:sldLayoutId xmlns:r="http://schemas.openxmlformats.org/officeDocument/2006/relationships" id="2147483667" r:id="Rffb82c0640084ec2"/>
    <p:sldLayoutId xmlns:r="http://schemas.openxmlformats.org/officeDocument/2006/relationships" id="2147483668" r:id="Rf602d74d8c1b4f7e"/>
    <p:sldLayoutId xmlns:r="http://schemas.openxmlformats.org/officeDocument/2006/relationships" id="2147483669" r:id="Re7f66cc8b2c2413b"/>
    <p:sldLayoutId xmlns:r="http://schemas.openxmlformats.org/officeDocument/2006/relationships" id="2147483670" r:id="R5acd52313d374c93"/>
    <p:sldLayoutId xmlns:r="http://schemas.openxmlformats.org/officeDocument/2006/relationships" id="2147483671" r:id="R0afa2f8ada6e47f4"/>
    <p:sldLayoutId xmlns:r="http://schemas.openxmlformats.org/officeDocument/2006/relationships" id="2147483672" r:id="R84044ed7f22d487c"/>
    <p:sldLayoutId xmlns:r="http://schemas.openxmlformats.org/officeDocument/2006/relationships" id="2147483673" r:id="R0c2ee317979645e2"/>
    <p:sldLayoutId xmlns:r="http://schemas.openxmlformats.org/officeDocument/2006/relationships" id="2147483674" r:id="Rdb4a22f1179f40cb"/>
    <p:sldLayoutId xmlns:r="http://schemas.openxmlformats.org/officeDocument/2006/relationships" id="2147483675" r:id="R79cae61ba8a84484"/>
    <p:sldLayoutId xmlns:r="http://schemas.openxmlformats.org/officeDocument/2006/relationships" id="2147483676" r:id="Rd35f3cefae9841b1"/>
    <p:sldLayoutId xmlns:r="http://schemas.openxmlformats.org/officeDocument/2006/relationships" id="2147483677" r:id="R81107fe299e147e7"/>
    <p:sldLayoutId xmlns:r="http://schemas.openxmlformats.org/officeDocument/2006/relationships" id="2147483678" r:id="Rbff2c8227e3f48c8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29cc26c8a0f48a1" /><Relationship Type="http://schemas.openxmlformats.org/officeDocument/2006/relationships/notesSlide" Target="/ppt/notesSlides/notesSlide1.xml" Id="R3e17d43533864a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880c158629d484d" /><Relationship Type="http://schemas.openxmlformats.org/officeDocument/2006/relationships/notesSlide" Target="/ppt/notesSlides/notesSlide2.xml" Id="R76b137bd264542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d874e07192c4dea" /><Relationship Type="http://schemas.openxmlformats.org/officeDocument/2006/relationships/notesSlide" Target="/ppt/notesSlides/notesSlide3.xml" Id="R1ae24aa42cf34e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6c5fb536d684d16" /><Relationship Type="http://schemas.openxmlformats.org/officeDocument/2006/relationships/notesSlide" Target="/ppt/notesSlides/notesSlide4.xml" Id="R2456f70c0da440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4236de4f203420d" /><Relationship Type="http://schemas.openxmlformats.org/officeDocument/2006/relationships/notesSlide" Target="/ppt/notesSlides/notesSlide5.xml" Id="Re54de001acd746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5225c4745504040" /><Relationship Type="http://schemas.openxmlformats.org/officeDocument/2006/relationships/notesSlide" Target="/ppt/notesSlides/notesSlide6.xml" Id="R26cd2c60837a421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Performance Validation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Correctness-first benchmark and claim discipline across UXL projects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 4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Write the user-visible correctness contract first — Outputs, metrics, tolerances, and failure criteria.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the baseline and scope — State exactly which work each timing includes.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Warm up and repeat — Report distribution and variance, not a single best run.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Synchronize asynchronous work — Host timers stop only after the measured operation completes.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Profile after a validated regression — Profilers explain a measured problem; they do not create one.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4 implemented, 2 target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 — Tiny async GPU claim; benchmark report repair; floating-reduction tolerance; cgroup concurrency quota.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 — The concurrency task is grounded in a oneTBB maintainer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 — Transfer-inclusive comparison and profile-after-regression on declared target lanes.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 — Current tasks test evidence discipline; none yet retains measured skill headroom for promotion.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Project-native benchmarks first — Each library's tests and benchmark tools remain authoritative.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Cross-project invariants — Correctness, baseline, scope, synchronization, variance, provenance, and claim language recur everywhere.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Adversarial scenarios — Tasks target tempting but invalid conclusions, not just command recall.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Visible gaps — Target-dependent measurement remains planned until qualified lanes and authentic regressions exist.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shared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Working-group reviewers own — The common evidence and claim contract.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Project benchmark owners supply — Approved commands, metrics, tolerances, representative sizes, and interpretation limits.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Hardware owners qualify lanes — They prove the environment, not the skill's value.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infrastructure maintains — Matched evaluation cells, provenance schemas, Harbor artifacts, and public dashboards.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evidence order — Correctness, baseline, scope, repetitions, variance, then profiling.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benchmark assumption — Add a project-specific limitation or required metric.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six tasks — Keep, rewrite, or remove; nominate an authentic regression with headroom.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 shared owner — Include project benchmark owners in periodic review.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 — Agents produce reproducible, narrowly scoped evidence before making performance claims.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2026-09-04T15:02:36.7770000Z</dcterms:created>
  <dcterms:modified xsi:type="dcterms:W3CDTF">2026-09-04T15:02:36.7770000Z</dcterms:modified>
</coreProperties>
</file>