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e10e79104446d" /><Relationship Type="http://schemas.openxmlformats.org/officeDocument/2006/relationships/extended-properties" Target="/docProps/app.xml" Id="R857fbb1c68f043f7" /><Relationship Type="http://schemas.openxmlformats.org/officeDocument/2006/relationships/officeDocument" Target="/ppt/presentation.xml" Id="R56fb64e29b2c42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e974f68a446ff"/>
    <p:sldMasterId xmlns:r="http://schemas.openxmlformats.org/officeDocument/2006/relationships" id="2147483665" r:id="R5db07f7db83e468e"/>
  </p:sldMasterIdLst>
  <p:notesMasterIdLst>
    <p:notesMasterId xmlns:r="http://schemas.openxmlformats.org/officeDocument/2006/relationships" r:id="R5760d216e9b2490b"/>
  </p:notesMasterIdLst>
  <p:sldIdLst>
    <p:sldId xmlns:r="http://schemas.openxmlformats.org/officeDocument/2006/relationships" id="256" r:id="R87f88efcdadd4a72"/>
    <p:sldId xmlns:r="http://schemas.openxmlformats.org/officeDocument/2006/relationships" id="257" r:id="R94c2b5b605b1416d"/>
    <p:sldId xmlns:r="http://schemas.openxmlformats.org/officeDocument/2006/relationships" id="258" r:id="R1d479bd6a3384f37"/>
    <p:sldId xmlns:r="http://schemas.openxmlformats.org/officeDocument/2006/relationships" id="259" r:id="R7f3656e3f9a14139"/>
    <p:sldId xmlns:r="http://schemas.openxmlformats.org/officeDocument/2006/relationships" id="260" r:id="R64b2873bcb344318"/>
    <p:sldId xmlns:r="http://schemas.openxmlformats.org/officeDocument/2006/relationships" id="261" r:id="R2a6e646ac27a4446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f4ab68e7b4961" /><Relationship Type="http://schemas.openxmlformats.org/officeDocument/2006/relationships/slideMaster" Target="/ppt/slideMasters/slideMaster1.xml" Id="Rae4e974f68a446ff" /><Relationship Type="http://schemas.openxmlformats.org/officeDocument/2006/relationships/slideMaster" Target="/ppt/slideMasters/slideMaster2.xml" Id="R5db07f7db83e468e" /><Relationship Type="http://schemas.openxmlformats.org/officeDocument/2006/relationships/notesMaster" Target="/ppt/notesMasters/notesMaster1.xml" Id="R5760d216e9b2490b" /><Relationship Type="http://schemas.openxmlformats.org/officeDocument/2006/relationships/presProps" Target="/ppt/presProps.xml" Id="R1fe8a14618784473" /><Relationship Type="http://schemas.openxmlformats.org/officeDocument/2006/relationships/viewProps" Target="/ppt/viewProps.xml" Id="Rce12c89f6c894600" /><Relationship Type="http://schemas.openxmlformats.org/officeDocument/2006/relationships/tableStyles" Target="/ppt/tableStyles.xml" Id="R9038a438faf4470b" /><Relationship Type="http://schemas.microsoft.com/office/2018/10/relationships/authors" Target="/ppt/authors.xml" Id="R180b43a594614d61" /><Relationship Type="http://schemas.openxmlformats.org/officeDocument/2006/relationships/slide" Target="/ppt/slides/slide1.xml" Id="R87f88efcdadd4a72" /><Relationship Type="http://schemas.openxmlformats.org/officeDocument/2006/relationships/slide" Target="/ppt/slides/slide2.xml" Id="R94c2b5b605b1416d" /><Relationship Type="http://schemas.openxmlformats.org/officeDocument/2006/relationships/slide" Target="/ppt/slides/slide3.xml" Id="R1d479bd6a3384f37" /><Relationship Type="http://schemas.openxmlformats.org/officeDocument/2006/relationships/slide" Target="/ppt/slides/slide4.xml" Id="R7f3656e3f9a14139" /><Relationship Type="http://schemas.openxmlformats.org/officeDocument/2006/relationships/slide" Target="/ppt/slides/slide5.xml" Id="R64b2873bcb344318" /><Relationship Type="http://schemas.openxmlformats.org/officeDocument/2006/relationships/slide" Target="/ppt/slides/slide6.xml" Id="R2a6e646ac27a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e8a8078eb1845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613e0cc1e44bab" /><Relationship Type="http://schemas.openxmlformats.org/officeDocument/2006/relationships/notesMaster" Target="/ppt/notesMasters/notesMaster1.xml" Id="R84e0905d1f4947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8cfad7012443b" /><Relationship Type="http://schemas.openxmlformats.org/officeDocument/2006/relationships/notesMaster" Target="/ppt/notesMasters/notesMaster1.xml" Id="Rfc5865149e0e40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c5b968b4cd405c" /><Relationship Type="http://schemas.openxmlformats.org/officeDocument/2006/relationships/notesMaster" Target="/ppt/notesMasters/notesMaster1.xml" Id="R8fe0ba26403145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0ea531548145e8" /><Relationship Type="http://schemas.openxmlformats.org/officeDocument/2006/relationships/notesMaster" Target="/ppt/notesMasters/notesMaster1.xml" Id="R07a2529cd2ab42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a75ae5bdb8403d" /><Relationship Type="http://schemas.openxmlformats.org/officeDocument/2006/relationships/notesMaster" Target="/ppt/notesMasters/notesMaster1.xml" Id="R1177756f60c5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ca4460bc7449e6" /><Relationship Type="http://schemas.openxmlformats.org/officeDocument/2006/relationships/notesMaster" Target="/ppt/notesMasters/notesMaster1.xml" Id="R86fa961150bb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https://github.com/uxlfoundation/skills/tree/main/skills/uxl-sycl-build-debug</a:t>
            </a:r>
          </a:p>
          <a:p xmlns:a="http://schemas.openxmlformats.org/drawingml/2006/main">
            <a:r>
              <a:t>- https://github.com/uxlfoundation/skills/blob/main/skill-cards/uxl-sycl-build-debug.md</a:t>
            </a:r>
          </a:p>
          <a:p xmlns:a="http://schemas.openxmlformats.org/drawingml/2006/main">
            <a:r>
              <a:t>- https://github.com/uxlfoundation/skills/blob/main/docs/maintainer-review/uxl-sycl-build-debug.md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shared SYCL build-and-debug skill and its current 8-of-8 runnable task inventory.</a:t>
            </a:r>
          </a:p>
          <a:p xmlns:a="http://schemas.openxmlformats.org/drawingml/2006/main">
            <a:r>
              <a:t>Explain: It gives agents a portable first-response method for failures that cross compiler, loader, runtime, device-selection, and library boundaries.</a:t>
            </a:r>
          </a:p>
          <a:p xmlns:a="http://schemas.openxmlformats.org/drawingml/2006/main">
            <a:r>
              <a:t>Emphasize: This shared skill complements project-specific guidance; it does not replace a library maintainer's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https://github.com/uxlfoundation/skills/tree/main/skills/uxl-sycl-build-debug</a:t>
            </a:r>
          </a:p>
          <a:p xmlns:a="http://schemas.openxmlformats.org/drawingml/2006/main">
            <a:r>
              <a:t>- https://github.com/uxlfoundation/skills/blob/main/skill-cards/uxl-sycl-build-debug.md</a:t>
            </a:r>
          </a:p>
          <a:p xmlns:a="http://schemas.openxmlformats.org/drawingml/2006/main">
            <a:r>
              <a:t>- https://github.com/uxlfoundation/skills/blob/main/docs/maintainer-review/uxl-sycl-build-debug.md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Explain the five-phase triage path used by the skill.</a:t>
            </a:r>
          </a:p>
          <a:p xmlns:a="http://schemas.openxmlformats.org/drawingml/2006/main">
            <a:r>
              <a:t>Explain: Agents classify configure, compile, link, runtime-load, and device-selection failures separately, record the environment, and prove the selected device with a minimal workload.</a:t>
            </a:r>
          </a:p>
          <a:p xmlns:a="http://schemas.openxmlformats.org/drawingml/2006/main">
            <a:r>
              <a:t>Emphasize: The portable observation is authoritative; the skill deliberately avoids a permanent vendor or backend support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https://github.com/uxlfoundation/skills/tree/main/skills/uxl-sycl-build-debug</a:t>
            </a:r>
          </a:p>
          <a:p xmlns:a="http://schemas.openxmlformats.org/drawingml/2006/main">
            <a:r>
              <a:t>- https://github.com/uxlfoundation/skills/blob/main/skill-cards/uxl-sycl-build-debug.md</a:t>
            </a:r>
          </a:p>
          <a:p xmlns:a="http://schemas.openxmlformats.org/drawingml/2006/main">
            <a:r>
              <a:t>- https://github.com/uxlfoundation/skills/blob/main/docs/maintainer-review/uxl-sycl-build-debug.md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Interpret the eight implemented tasks accurately.</a:t>
            </a:r>
          </a:p>
          <a:p xmlns:a="http://schemas.openxmlformats.org/drawingml/2006/main">
            <a:r>
              <a:t>Explain: The tasks cover discovery, loader and plugin mismatch, silent fallback, compiler cache, backend linking, compile-time selection, transitive targets, and runtime composition.</a:t>
            </a:r>
          </a:p>
          <a:p xmlns:a="http://schemas.openxmlformats.org/drawingml/2006/main">
            <a:r>
              <a:t>Emphasize: Complete task inventory is not the same as measured skill benefit; matched model and toolchain cells are still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https://github.com/uxlfoundation/skills/tree/main/skills/uxl-sycl-build-debug</a:t>
            </a:r>
          </a:p>
          <a:p xmlns:a="http://schemas.openxmlformats.org/drawingml/2006/main">
            <a:r>
              <a:t>- https://github.com/uxlfoundation/skills/blob/main/skill-cards/uxl-sycl-build-debug.md</a:t>
            </a:r>
          </a:p>
          <a:p xmlns:a="http://schemas.openxmlformats.org/drawingml/2006/main">
            <a:r>
              <a:t>- https://github.com/uxlfoundation/skills/blob/main/docs/maintainer-review/uxl-sycl-build-debug.md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Describe how the shared content was chosen.</a:t>
            </a:r>
          </a:p>
          <a:p xmlns:a="http://schemas.openxmlformats.org/drawingml/2006/main">
            <a:r>
              <a:t>Explain: The draft combines official toolchain and project sources with recurring failure boundaries, then verifies observed behavior rather than checking vendor names.</a:t>
            </a:r>
          </a:p>
          <a:p xmlns:a="http://schemas.openxmlformats.org/drawingml/2006/main">
            <a:r>
              <a:t>Emphasize: Specialized hardware is introduced only when hosted systems cannot reproduce a case faithfully.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https://github.com/uxlfoundation/skills/tree/main/skills/uxl-sycl-build-debug</a:t>
            </a:r>
          </a:p>
          <a:p xmlns:a="http://schemas.openxmlformats.org/drawingml/2006/main">
            <a:r>
              <a:t>- https://github.com/uxlfoundation/skills/blob/main/skill-cards/uxl-sycl-build-debug.md</a:t>
            </a:r>
          </a:p>
          <a:p xmlns:a="http://schemas.openxmlformats.org/drawingml/2006/main">
            <a:r>
              <a:t>- https://github.com/uxlfoundation/skills/blob/main/docs/maintainer-review/uxl-sycl-build-debug.md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Set expectations for cross-project ownership.</a:t>
            </a:r>
          </a:p>
          <a:p xmlns:a="http://schemas.openxmlformats.org/drawingml/2006/main">
            <a:r>
              <a:t>Explain: Shared reviewers own terminology and safe probes; library maintainers validate hand-offs; toolchain owners refresh changing source facts; UXL operates evaluation infrastructure.</a:t>
            </a:r>
          </a:p>
          <a:p xmlns:a="http://schemas.openxmlformats.org/drawingml/2006/main">
            <a:r>
              <a:t>Emphasize: Every routing boundary needs an identifiable upstream owner so advice does not become stale or contradictory.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https://github.com/uxlfoundation/skills/tree/main/skills/uxl-sycl-build-debug</a:t>
            </a:r>
          </a:p>
          <a:p xmlns:a="http://schemas.openxmlformats.org/drawingml/2006/main">
            <a:r>
              <a:t>- https://github.com/uxlfoundation/skills/blob/main/skill-cards/uxl-sycl-build-debug.md</a:t>
            </a:r>
          </a:p>
          <a:p xmlns:a="http://schemas.openxmlformats.org/drawingml/2006/main">
            <a:r>
              <a:t>- https://github.com/uxlfoundation/skills/blob/main/docs/maintainer-review/uxl-sycl-build-debug.md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Conclude with a focused review request.</a:t>
            </a:r>
          </a:p>
          <a:p xmlns:a="http://schemas.openxmlformats.org/drawingml/2006/main">
            <a:r>
              <a:t>Explain: Ask reviewers to confirm the five phases, correct one routing boundary, classify the eight tasks, and identify a shared owner.</a:t>
            </a:r>
          </a:p>
          <a:p xmlns:a="http://schemas.openxmlformats.org/drawingml/2006/main">
            <a:r>
              <a:t>Emphasize: Success is a common, reproducible first-response playbook—not universal approval of every draft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c507750b34aa1" /><Relationship Type="http://schemas.openxmlformats.org/officeDocument/2006/relationships/image" Target="/ppt/media/image2.png" Id="Rcccfab5806be4312" /><Relationship Type="http://schemas.openxmlformats.org/officeDocument/2006/relationships/image" Target="/ppt/media/image3.png" Id="R4e59c503075d46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80dfa104842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9810f2dbc447d" /><Relationship Type="http://schemas.openxmlformats.org/officeDocument/2006/relationships/image" Target="/ppt/media/image4.png" Id="Rf680c4dc2ba34678" /><Relationship Type="http://schemas.openxmlformats.org/officeDocument/2006/relationships/image" Target="/ppt/media/image.png" Id="R37cd099f15f948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df67642214011" /><Relationship Type="http://schemas.openxmlformats.org/officeDocument/2006/relationships/image" Target="/ppt/media/image5.png" Id="R9b8069db7bd94cda" /><Relationship Type="http://schemas.openxmlformats.org/officeDocument/2006/relationships/image" Target="/ppt/media/image.png" Id="R7473b3831c6941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34b5d43ef4b96" /><Relationship Type="http://schemas.openxmlformats.org/officeDocument/2006/relationships/image" Target="/ppt/media/image6.png" Id="R8f739cc9ca1244d5" /><Relationship Type="http://schemas.openxmlformats.org/officeDocument/2006/relationships/image" Target="/ppt/media/image.png" Id="R8b5660803a3d42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0e79061d9488e" /><Relationship Type="http://schemas.openxmlformats.org/officeDocument/2006/relationships/image" Target="/ppt/media/image3.png" Id="R9bc47fa0b0d04c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8e6d3cd1a4210" /><Relationship Type="http://schemas.openxmlformats.org/officeDocument/2006/relationships/image" Target="/ppt/media/image7.png" Id="R2e3dc08757f34afb" /><Relationship Type="http://schemas.openxmlformats.org/officeDocument/2006/relationships/image" Target="/ppt/media/image8.png" Id="R45b97e883f4149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7572bb7474e70" /><Relationship Type="http://schemas.openxmlformats.org/officeDocument/2006/relationships/image" Target="/ppt/media/image9.png" Id="R8b86128636fd4036" /><Relationship Type="http://schemas.openxmlformats.org/officeDocument/2006/relationships/image" Target="/ppt/media/image3.png" Id="R92e48b2cbfec4b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5a1ea446649ad" /><Relationship Type="http://schemas.openxmlformats.org/officeDocument/2006/relationships/image" Target="/ppt/media/image10.png" Id="Rda26df3477874f36" /><Relationship Type="http://schemas.openxmlformats.org/officeDocument/2006/relationships/image" Target="/ppt/media/image.png" Id="R292933fa0a8c44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f6f0288ef44ca" /><Relationship Type="http://schemas.openxmlformats.org/officeDocument/2006/relationships/image" Target="/ppt/media/image11.png" Id="R1ba6579c5dc54b6d" /><Relationship Type="http://schemas.openxmlformats.org/officeDocument/2006/relationships/image" Target="/ppt/media/image3.png" Id="R48c6eeaec618402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d0fc94f9b4511" /><Relationship Type="http://schemas.openxmlformats.org/officeDocument/2006/relationships/image" Target="/ppt/media/image3.png" Id="R25fcb9ca1a4b4c6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cb55f0f0e4191" /><Relationship Type="http://schemas.openxmlformats.org/officeDocument/2006/relationships/image" Target="/ppt/media/image12.png" Id="R7038ac7cdb5b4edc" /><Relationship Type="http://schemas.openxmlformats.org/officeDocument/2006/relationships/image" Target="/ppt/media/image.png" Id="Redaada7d5692410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207672ad0485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233571d15418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a083c862b4d5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57ea1925c442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7dfc9a0cfe4a0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4b60edd6814484" /><Relationship Type="http://schemas.openxmlformats.org/officeDocument/2006/relationships/image" Target="/ppt/media/image8.png" Id="Rf8534acb048d407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a2eaa259644e0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b0692909e3405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7b58b49e594289" /><Relationship Type="http://schemas.openxmlformats.org/officeDocument/2006/relationships/image" Target="/ppt/media/image13.png" Id="R40de596df6164c4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6509bcaf55431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799494e8cf44c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d8307a0e1f44e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82e4fcdacc413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a76e41302944f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926bad9f6d4b4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c6280a9d014e4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60892aacd6404b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cccfab5806be431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59c503075d46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f680c4dc2ba3467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cd099f15f948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9b8069db7bd94cd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73b3831c6941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8f739cc9ca1244d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5660803a3d42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c47fa0b0d04c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2e3dc08757f34af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b97e883f4149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8b86128636fd403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e48b2cbfec4b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da26df3477874f3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2933fa0a8c44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1ba6579c5dc54b6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c6eeaec61840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fcb9ca1a4b4c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7038ac7cdb5b4ed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aada7d569241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534acb048d40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de596df6164c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f079d182254144" /><Relationship Type="http://schemas.openxmlformats.org/officeDocument/2006/relationships/slideLayout" Target="/ppt/slideLayouts/slideLayout1.xml" Id="Rfc9c5f65409e4b15" /><Relationship Type="http://schemas.openxmlformats.org/officeDocument/2006/relationships/slideLayout" Target="/ppt/slideLayouts/slideLayout2.xml" Id="R252c5098a7a04494" /><Relationship Type="http://schemas.openxmlformats.org/officeDocument/2006/relationships/slideLayout" Target="/ppt/slideLayouts/slideLayout3.xml" Id="Rd98f94ca853347e1" /><Relationship Type="http://schemas.openxmlformats.org/officeDocument/2006/relationships/slideLayout" Target="/ppt/slideLayouts/slideLayout4.xml" Id="R9962aa01a5504777" /><Relationship Type="http://schemas.openxmlformats.org/officeDocument/2006/relationships/slideLayout" Target="/ppt/slideLayouts/slideLayout5.xml" Id="Rb29978e9a6d243ea" /><Relationship Type="http://schemas.openxmlformats.org/officeDocument/2006/relationships/slideLayout" Target="/ppt/slideLayouts/slideLayout6.xml" Id="R1135305ea0994dde" /><Relationship Type="http://schemas.openxmlformats.org/officeDocument/2006/relationships/slideLayout" Target="/ppt/slideLayouts/slideLayout7.xml" Id="R3808b21fbf48475a" /><Relationship Type="http://schemas.openxmlformats.org/officeDocument/2006/relationships/slideLayout" Target="/ppt/slideLayouts/slideLayout8.xml" Id="Rb86171e91e3e458f" /><Relationship Type="http://schemas.openxmlformats.org/officeDocument/2006/relationships/slideLayout" Target="/ppt/slideLayouts/slideLayout9.xml" Id="R389639b1374a4182" /><Relationship Type="http://schemas.openxmlformats.org/officeDocument/2006/relationships/slideLayout" Target="/ppt/slideLayouts/slideLayout10.xml" Id="R9e1845f2bcc64a36" /><Relationship Type="http://schemas.openxmlformats.org/officeDocument/2006/relationships/slideLayout" Target="/ppt/slideLayouts/slideLayout11.xml" Id="Rd368a051139b4f0b" /><Relationship Type="http://schemas.openxmlformats.org/officeDocument/2006/relationships/slideLayout" Target="/ppt/slideLayouts/slideLayout12.xml" Id="R1f965e7c85d44b64" /><Relationship Type="http://schemas.openxmlformats.org/officeDocument/2006/relationships/slideLayout" Target="/ppt/slideLayouts/slideLayout13.xml" Id="Rcdc5607b51004313" /><Relationship Type="http://schemas.openxmlformats.org/officeDocument/2006/relationships/slideLayout" Target="/ppt/slideLayouts/slideLayout14.xml" Id="Raefc228d0d2946f9" /><Relationship Type="http://schemas.openxmlformats.org/officeDocument/2006/relationships/slideLayout" Target="/ppt/slideLayouts/slideLayout15.xml" Id="Re0b1096e219c450e" /><Relationship Type="http://schemas.openxmlformats.org/officeDocument/2006/relationships/slideLayout" Target="/ppt/slideLayouts/slideLayout16.xml" Id="Rcebe321215344ca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3db910f570ed432e" /><Relationship Type="http://schemas.openxmlformats.org/officeDocument/2006/relationships/theme" Target="/ppt/slideMasters/theme/theme3.xml" Id="Rf4f14ca9b64e4841" /><Relationship Type="http://schemas.openxmlformats.org/officeDocument/2006/relationships/slideLayout" Target="/ppt/slideLayouts/slideLayout17.xml" Id="Rcb16999a09f04ed4" /><Relationship Type="http://schemas.openxmlformats.org/officeDocument/2006/relationships/slideLayout" Target="/ppt/slideLayouts/slideLayout18.xml" Id="R43d8c9abca15454c" /><Relationship Type="http://schemas.openxmlformats.org/officeDocument/2006/relationships/slideLayout" Target="/ppt/slideLayouts/slideLayout19.xml" Id="Re752edae9a144788" /><Relationship Type="http://schemas.openxmlformats.org/officeDocument/2006/relationships/slideLayout" Target="/ppt/slideLayouts/slideLayout20.xml" Id="R861bb53720414929" /><Relationship Type="http://schemas.openxmlformats.org/officeDocument/2006/relationships/slideLayout" Target="/ppt/slideLayouts/slideLayout21.xml" Id="R4ed3f5a1d1e64c26" /><Relationship Type="http://schemas.openxmlformats.org/officeDocument/2006/relationships/slideLayout" Target="/ppt/slideLayouts/slideLayout22.xml" Id="Ra32167aedfa445b4" /><Relationship Type="http://schemas.openxmlformats.org/officeDocument/2006/relationships/slideLayout" Target="/ppt/slideLayouts/slideLayout23.xml" Id="Rcf0763fafedf4695" /><Relationship Type="http://schemas.openxmlformats.org/officeDocument/2006/relationships/slideLayout" Target="/ppt/slideLayouts/slideLayout24.xml" Id="Rb6b23fc64f0f4a3d" /><Relationship Type="http://schemas.openxmlformats.org/officeDocument/2006/relationships/slideLayout" Target="/ppt/slideLayouts/slideLayout25.xml" Id="R38f721b8608b47ec" /><Relationship Type="http://schemas.openxmlformats.org/officeDocument/2006/relationships/slideLayout" Target="/ppt/slideLayouts/slideLayout26.xml" Id="R2706780945cd4694" /><Relationship Type="http://schemas.openxmlformats.org/officeDocument/2006/relationships/slideLayout" Target="/ppt/slideLayouts/slideLayout27.xml" Id="R2bc45b4b99fa4ae6" /><Relationship Type="http://schemas.openxmlformats.org/officeDocument/2006/relationships/slideLayout" Target="/ppt/slideLayouts/slideLayout28.xml" Id="Rdb5f1852c6c04d88" /><Relationship Type="http://schemas.openxmlformats.org/officeDocument/2006/relationships/slideLayout" Target="/ppt/slideLayouts/slideLayout29.xml" Id="R9409f4b19908410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9c5f65409e4b15"/>
    <p:sldLayoutId xmlns:r="http://schemas.openxmlformats.org/officeDocument/2006/relationships" id="2147483650" r:id="R252c5098a7a04494"/>
    <p:sldLayoutId xmlns:r="http://schemas.openxmlformats.org/officeDocument/2006/relationships" id="2147483651" r:id="Rd98f94ca853347e1"/>
    <p:sldLayoutId xmlns:r="http://schemas.openxmlformats.org/officeDocument/2006/relationships" id="2147483652" r:id="R9962aa01a5504777"/>
    <p:sldLayoutId xmlns:r="http://schemas.openxmlformats.org/officeDocument/2006/relationships" id="2147483653" r:id="Rb29978e9a6d243ea"/>
    <p:sldLayoutId xmlns:r="http://schemas.openxmlformats.org/officeDocument/2006/relationships" id="2147483654" r:id="R1135305ea0994dde"/>
    <p:sldLayoutId xmlns:r="http://schemas.openxmlformats.org/officeDocument/2006/relationships" id="2147483655" r:id="R3808b21fbf48475a"/>
    <p:sldLayoutId xmlns:r="http://schemas.openxmlformats.org/officeDocument/2006/relationships" id="2147483656" r:id="Rb86171e91e3e458f"/>
    <p:sldLayoutId xmlns:r="http://schemas.openxmlformats.org/officeDocument/2006/relationships" id="2147483657" r:id="R389639b1374a4182"/>
    <p:sldLayoutId xmlns:r="http://schemas.openxmlformats.org/officeDocument/2006/relationships" id="2147483658" r:id="R9e1845f2bcc64a36"/>
    <p:sldLayoutId xmlns:r="http://schemas.openxmlformats.org/officeDocument/2006/relationships" id="2147483659" r:id="Rd368a051139b4f0b"/>
    <p:sldLayoutId xmlns:r="http://schemas.openxmlformats.org/officeDocument/2006/relationships" id="2147483660" r:id="R1f965e7c85d44b64"/>
    <p:sldLayoutId xmlns:r="http://schemas.openxmlformats.org/officeDocument/2006/relationships" id="2147483661" r:id="Rcdc5607b51004313"/>
    <p:sldLayoutId xmlns:r="http://schemas.openxmlformats.org/officeDocument/2006/relationships" id="2147483662" r:id="Raefc228d0d2946f9"/>
    <p:sldLayoutId xmlns:r="http://schemas.openxmlformats.org/officeDocument/2006/relationships" id="2147483663" r:id="Re0b1096e219c450e"/>
    <p:sldLayoutId xmlns:r="http://schemas.openxmlformats.org/officeDocument/2006/relationships" id="2147483664" r:id="Rcebe321215344ca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b910f570ed43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cb16999a09f04ed4"/>
    <p:sldLayoutId xmlns:r="http://schemas.openxmlformats.org/officeDocument/2006/relationships" id="2147483667" r:id="R43d8c9abca15454c"/>
    <p:sldLayoutId xmlns:r="http://schemas.openxmlformats.org/officeDocument/2006/relationships" id="2147483668" r:id="Re752edae9a144788"/>
    <p:sldLayoutId xmlns:r="http://schemas.openxmlformats.org/officeDocument/2006/relationships" id="2147483669" r:id="R861bb53720414929"/>
    <p:sldLayoutId xmlns:r="http://schemas.openxmlformats.org/officeDocument/2006/relationships" id="2147483670" r:id="R4ed3f5a1d1e64c26"/>
    <p:sldLayoutId xmlns:r="http://schemas.openxmlformats.org/officeDocument/2006/relationships" id="2147483671" r:id="Ra32167aedfa445b4"/>
    <p:sldLayoutId xmlns:r="http://schemas.openxmlformats.org/officeDocument/2006/relationships" id="2147483672" r:id="Rcf0763fafedf4695"/>
    <p:sldLayoutId xmlns:r="http://schemas.openxmlformats.org/officeDocument/2006/relationships" id="2147483673" r:id="Rb6b23fc64f0f4a3d"/>
    <p:sldLayoutId xmlns:r="http://schemas.openxmlformats.org/officeDocument/2006/relationships" id="2147483674" r:id="R38f721b8608b47ec"/>
    <p:sldLayoutId xmlns:r="http://schemas.openxmlformats.org/officeDocument/2006/relationships" id="2147483675" r:id="R2706780945cd4694"/>
    <p:sldLayoutId xmlns:r="http://schemas.openxmlformats.org/officeDocument/2006/relationships" id="2147483676" r:id="R2bc45b4b99fa4ae6"/>
    <p:sldLayoutId xmlns:r="http://schemas.openxmlformats.org/officeDocument/2006/relationships" id="2147483677" r:id="Rdb5f1852c6c04d88"/>
    <p:sldLayoutId xmlns:r="http://schemas.openxmlformats.org/officeDocument/2006/relationships" id="2147483678" r:id="R9409f4b19908410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3932007992d4957" /><Relationship Type="http://schemas.openxmlformats.org/officeDocument/2006/relationships/notesSlide" Target="/ppt/notesSlides/notesSlide1.xml" Id="R0aa58f676b9a4e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e4f53e563904ff5" /><Relationship Type="http://schemas.openxmlformats.org/officeDocument/2006/relationships/notesSlide" Target="/ppt/notesSlides/notesSlide2.xml" Id="R9cea93eb9025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ac9bb33d43d4667" /><Relationship Type="http://schemas.openxmlformats.org/officeDocument/2006/relationships/notesSlide" Target="/ppt/notesSlides/notesSlide3.xml" Id="R0fd2b2ba4d5d44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b7bdd383f254877" /><Relationship Type="http://schemas.openxmlformats.org/officeDocument/2006/relationships/notesSlide" Target="/ppt/notesSlides/notesSlide4.xml" Id="R488352870be74a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cb01d23563843d6" /><Relationship Type="http://schemas.openxmlformats.org/officeDocument/2006/relationships/notesSlide" Target="/ppt/notesSlides/notesSlide5.xml" Id="R8b52c50fffc44e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488998263a84874" /><Relationship Type="http://schemas.openxmlformats.org/officeDocument/2006/relationships/notesSlide" Target="/ppt/notesSlides/notesSlide6.xml" Id="R10a4aa8fcfde48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SYCL Build &amp; Debug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Portable build and runtime triage across UXL projects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 8 of 8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Classify the failing phase — Configure, compile, link, runtime load, or device selection.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Record a reproducible environment — Include toolchain versions, target, commands, first error, and a safe local probe.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Prove the selected device — Enumerate it and run a minimal workload before blaming a library.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Check compile-time and runtime paths separately — CMake cache, link targets, loader paths, and plugins can fail independently.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Verify current support upstream — The skill does not embed a permanent backend matrix.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all 8 tasks implemented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Device and runtime — Windows/WSL discovery, loader/plugin mismatch, and silent CPU fallback.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Build contracts — Compiler cache, backend link, compile-time backend selection, and transitive target linking.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Runtime composition — oneDNN plus threading-runtime integration.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remains — Maintainer ownership and matched evidence across representative toolchains, not more task-count filling.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Project-owned sources — SYCL toolchain docs plus UXL library build, example, test, and incident evidence.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Failure-shaped coverage — Each task starts at a boundary maintainers repeatedly diagnose.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Portable checks — Verifiers test observed build/runtime behavior rather than vendor names.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Honest limits — Specialized hardware enters only when hosted systems cannot reproduce the task faithfully.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shared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working-group reviewers own — Shared terminology, routing rules, safe probes, and vendor-neutral limitations.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 maintainers validate hand-offs — Each library confirms where general SYCL triage ends and project behavior begins.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Toolchain owners refresh sources — Compiler, loader, plugin, and package changes update the source ledger and affected tasks.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infrastructure maintains — Validators, Harbor execution, dashboards, and specialized-lane contracts.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five-phase triage model — Configure, compile, link, runtime load, device selection.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one routing boundary — Identify advice that belongs in a library-specific skill instead.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eight tasks — Mark smoke coverage versus tasks worth matched model trials.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 shared reviewer — One person or small working-group team is enough.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 — A common first-response playbook that produces reproducible reports across UXL projects.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2026-09-08T23:12:07.3510000Z</dcterms:created>
  <dcterms:modified xsi:type="dcterms:W3CDTF">2026-09-08T23:12:07.3510000Z</dcterms:modified>
</coreProperties>
</file>