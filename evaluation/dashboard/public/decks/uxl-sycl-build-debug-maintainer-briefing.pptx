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2f6047f99d4c45" /><Relationship Type="http://schemas.openxmlformats.org/officeDocument/2006/relationships/extended-properties" Target="/docProps/app.xml" Id="Re88656f2d22841d0" /><Relationship Type="http://schemas.openxmlformats.org/officeDocument/2006/relationships/officeDocument" Target="/ppt/presentation.xml" Id="Rf90b926a24a645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4a69935d1549d1"/>
    <p:sldMasterId xmlns:r="http://schemas.openxmlformats.org/officeDocument/2006/relationships" id="2147483665" r:id="R516d5ad8061b4da0"/>
  </p:sldMasterIdLst>
  <p:notesMasterIdLst>
    <p:notesMasterId xmlns:r="http://schemas.openxmlformats.org/officeDocument/2006/relationships" r:id="Ra81261da91374a60"/>
  </p:notesMasterIdLst>
  <p:sldIdLst>
    <p:sldId xmlns:r="http://schemas.openxmlformats.org/officeDocument/2006/relationships" id="256" r:id="R05f9d3af4a7c4ff5"/>
    <p:sldId xmlns:r="http://schemas.openxmlformats.org/officeDocument/2006/relationships" id="257" r:id="R4dc964c9c5ad4456"/>
    <p:sldId xmlns:r="http://schemas.openxmlformats.org/officeDocument/2006/relationships" id="258" r:id="R6938ca3f138b43bd"/>
    <p:sldId xmlns:r="http://schemas.openxmlformats.org/officeDocument/2006/relationships" id="259" r:id="R1ba4517ef056468a"/>
    <p:sldId xmlns:r="http://schemas.openxmlformats.org/officeDocument/2006/relationships" id="260" r:id="R92e399ecc4c54607"/>
    <p:sldId xmlns:r="http://schemas.openxmlformats.org/officeDocument/2006/relationships" id="261" r:id="Rc8f130969022412f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ed8ec5e3b044517" /><Relationship Type="http://schemas.openxmlformats.org/officeDocument/2006/relationships/slideMaster" Target="/ppt/slideMasters/slideMaster1.xml" Id="Rd54a69935d1549d1" /><Relationship Type="http://schemas.openxmlformats.org/officeDocument/2006/relationships/slideMaster" Target="/ppt/slideMasters/slideMaster2.xml" Id="R516d5ad8061b4da0" /><Relationship Type="http://schemas.openxmlformats.org/officeDocument/2006/relationships/notesMaster" Target="/ppt/notesMasters/notesMaster1.xml" Id="Ra81261da91374a60" /><Relationship Type="http://schemas.openxmlformats.org/officeDocument/2006/relationships/presProps" Target="/ppt/presProps.xml" Id="R79a1137fed844ca8" /><Relationship Type="http://schemas.openxmlformats.org/officeDocument/2006/relationships/viewProps" Target="/ppt/viewProps.xml" Id="Rae37f07fc3604089" /><Relationship Type="http://schemas.openxmlformats.org/officeDocument/2006/relationships/tableStyles" Target="/ppt/tableStyles.xml" Id="R752ef26d6afd4a78" /><Relationship Type="http://schemas.microsoft.com/office/2018/10/relationships/authors" Target="/ppt/authors.xml" Id="R0d874736d3184c09" /><Relationship Type="http://schemas.openxmlformats.org/officeDocument/2006/relationships/slide" Target="/ppt/slides/slide1.xml" Id="R05f9d3af4a7c4ff5" /><Relationship Type="http://schemas.openxmlformats.org/officeDocument/2006/relationships/slide" Target="/ppt/slides/slide2.xml" Id="R4dc964c9c5ad4456" /><Relationship Type="http://schemas.openxmlformats.org/officeDocument/2006/relationships/slide" Target="/ppt/slides/slide3.xml" Id="R6938ca3f138b43bd" /><Relationship Type="http://schemas.openxmlformats.org/officeDocument/2006/relationships/slide" Target="/ppt/slides/slide4.xml" Id="R1ba4517ef056468a" /><Relationship Type="http://schemas.openxmlformats.org/officeDocument/2006/relationships/slide" Target="/ppt/slides/slide5.xml" Id="R92e399ecc4c54607" /><Relationship Type="http://schemas.openxmlformats.org/officeDocument/2006/relationships/slide" Target="/ppt/slides/slide6.xml" Id="Rc8f130969022412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73fc13d6b82348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f65a8906734cf2" /><Relationship Type="http://schemas.openxmlformats.org/officeDocument/2006/relationships/notesMaster" Target="/ppt/notesMasters/notesMaster1.xml" Id="Re56d27e3271246b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8505b484a4d4231" /><Relationship Type="http://schemas.openxmlformats.org/officeDocument/2006/relationships/notesMaster" Target="/ppt/notesMasters/notesMaster1.xml" Id="R37a72be4ea1745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a11c574a804873" /><Relationship Type="http://schemas.openxmlformats.org/officeDocument/2006/relationships/notesMaster" Target="/ppt/notesMasters/notesMaster1.xml" Id="R294a40c13b5746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67fc3249fa48c7" /><Relationship Type="http://schemas.openxmlformats.org/officeDocument/2006/relationships/notesMaster" Target="/ppt/notesMasters/notesMaster1.xml" Id="R001e85f4ac5d4f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e2c94bd1a842e8" /><Relationship Type="http://schemas.openxmlformats.org/officeDocument/2006/relationships/notesMaster" Target="/ppt/notesMasters/notesMaster1.xml" Id="Redee6f4fb26c4f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61ccaf832d84af6" /><Relationship Type="http://schemas.openxmlformats.org/officeDocument/2006/relationships/notesMaster" Target="/ppt/notesMasters/notesMaster1.xml" Id="R219c38c5a1fc489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https://github.com/uxlfoundation/skills/tree/main/skills/uxl-sycl-build-debug</a:t>
            </a:r>
          </a:p>
          <a:p xmlns:a="http://schemas.openxmlformats.org/drawingml/2006/main">
            <a:r>
              <a:t>- https://github.com/uxlfoundation/skills/blob/main/skill-cards/uxl-sycl-build-debug.md</a:t>
            </a:r>
          </a:p>
          <a:p xmlns:a="http://schemas.openxmlformats.org/drawingml/2006/main">
            <a:r>
              <a:t>- https://github.com/uxlfoundation/skills/blob/main/docs/maintainer-review/uxl-sycl-build-debug.md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UXL SKILLS EVALUATOR: SYCL Build &amp; Debug Skill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https://github.com/uxlfoundation/skills/tree/main/skills/uxl-sycl-build-debug</a:t>
            </a:r>
          </a:p>
          <a:p xmlns:a="http://schemas.openxmlformats.org/drawingml/2006/main">
            <a:r>
              <a:t>- https://github.com/uxlfoundation/skills/blob/main/skill-cards/uxl-sycl-build-debug.md</a:t>
            </a:r>
          </a:p>
          <a:p xmlns:a="http://schemas.openxmlformats.org/drawingml/2006/main">
            <a:r>
              <a:t>- https://github.com/uxlfoundation/skills/blob/main/docs/maintainer-review/uxl-sycl-build-debug.md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the skill tells an agent today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https://github.com/uxlfoundation/skills/tree/main/skills/uxl-sycl-build-debug</a:t>
            </a:r>
          </a:p>
          <a:p xmlns:a="http://schemas.openxmlformats.org/drawingml/2006/main">
            <a:r>
              <a:t>- https://github.com/uxlfoundation/skills/blob/main/skill-cards/uxl-sycl-build-debug.md</a:t>
            </a:r>
          </a:p>
          <a:p xmlns:a="http://schemas.openxmlformats.org/drawingml/2006/main">
            <a:r>
              <a:t>- https://github.com/uxlfoundation/skills/blob/main/docs/maintainer-review/uxl-sycl-build-debug.md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Evaluation inventory: all 8 tasks implemented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https://github.com/uxlfoundation/skills/tree/main/skills/uxl-sycl-build-debug</a:t>
            </a:r>
          </a:p>
          <a:p xmlns:a="http://schemas.openxmlformats.org/drawingml/2006/main">
            <a:r>
              <a:t>- https://github.com/uxlfoundation/skills/blob/main/skill-cards/uxl-sycl-build-debug.md</a:t>
            </a:r>
          </a:p>
          <a:p xmlns:a="http://schemas.openxmlformats.org/drawingml/2006/main">
            <a:r>
              <a:t>- https://github.com/uxlfoundation/skills/blob/main/docs/maintainer-review/uxl-sycl-build-debug.md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How we chose the 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https://github.com/uxlfoundation/skills/tree/main/skills/uxl-sycl-build-debug</a:t>
            </a:r>
          </a:p>
          <a:p xmlns:a="http://schemas.openxmlformats.org/drawingml/2006/main">
            <a:r>
              <a:t>- https://github.com/uxlfoundation/skills/blob/main/skill-cards/uxl-sycl-build-debug.md</a:t>
            </a:r>
          </a:p>
          <a:p xmlns:a="http://schemas.openxmlformats.org/drawingml/2006/main">
            <a:r>
              <a:t>- https://github.com/uxlfoundation/skills/blob/main/docs/maintainer-review/uxl-sycl-build-debug.md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shared ownership would look like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https://github.com/uxlfoundation/skills/tree/main/skills/uxl-sycl-build-debug</a:t>
            </a:r>
          </a:p>
          <a:p xmlns:a="http://schemas.openxmlformats.org/drawingml/2006/main">
            <a:r>
              <a:t>- https://github.com/uxlfoundation/skills/blob/main/skill-cards/uxl-sycl-build-debug.md</a:t>
            </a:r>
          </a:p>
          <a:p xmlns:a="http://schemas.openxmlformats.org/drawingml/2006/main">
            <a:r>
              <a:t>- https://github.com/uxlfoundation/skills/blob/main/docs/maintainer-review/uxl-sycl-build-debug.md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 focused 30-minute maintainer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aafb05af454c95" /><Relationship Type="http://schemas.openxmlformats.org/officeDocument/2006/relationships/image" Target="/ppt/media/image2.png" Id="R7ffd718bc7064707" /><Relationship Type="http://schemas.openxmlformats.org/officeDocument/2006/relationships/image" Target="/ppt/media/image3.png" Id="R5707f1f07cef4ff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eaa11abb35448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70e5464b5c494e" /><Relationship Type="http://schemas.openxmlformats.org/officeDocument/2006/relationships/image" Target="/ppt/media/image4.png" Id="Rf57a962c0cb842d7" /><Relationship Type="http://schemas.openxmlformats.org/officeDocument/2006/relationships/image" Target="/ppt/media/image.png" Id="R144c5a5851bf42e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e8e4324bb9440f" /><Relationship Type="http://schemas.openxmlformats.org/officeDocument/2006/relationships/image" Target="/ppt/media/image5.png" Id="Rc25fab442047497a" /><Relationship Type="http://schemas.openxmlformats.org/officeDocument/2006/relationships/image" Target="/ppt/media/image.png" Id="R8b31c408e5e44d0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00b4448ba74c62" /><Relationship Type="http://schemas.openxmlformats.org/officeDocument/2006/relationships/image" Target="/ppt/media/image6.png" Id="Re5e7fa0510474b92" /><Relationship Type="http://schemas.openxmlformats.org/officeDocument/2006/relationships/image" Target="/ppt/media/image.png" Id="R38e36b7a97fc48a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3b325581004bec" /><Relationship Type="http://schemas.openxmlformats.org/officeDocument/2006/relationships/image" Target="/ppt/media/image3.png" Id="R7444d9ca8a5b45d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64a27acca44533" /><Relationship Type="http://schemas.openxmlformats.org/officeDocument/2006/relationships/image" Target="/ppt/media/image7.png" Id="R0389185ff8cc4232" /><Relationship Type="http://schemas.openxmlformats.org/officeDocument/2006/relationships/image" Target="/ppt/media/image8.png" Id="Rfc103ff1dbf94ee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9db64907bc4d95" /><Relationship Type="http://schemas.openxmlformats.org/officeDocument/2006/relationships/image" Target="/ppt/media/image9.png" Id="R259b1979c4944927" /><Relationship Type="http://schemas.openxmlformats.org/officeDocument/2006/relationships/image" Target="/ppt/media/image3.png" Id="Rb0db50ec9ea347b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e20fe12d1e46e6" /><Relationship Type="http://schemas.openxmlformats.org/officeDocument/2006/relationships/image" Target="/ppt/media/image10.png" Id="R1008419b1eef40dc" /><Relationship Type="http://schemas.openxmlformats.org/officeDocument/2006/relationships/image" Target="/ppt/media/image.png" Id="R54b65dff5e5f4c6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2b7e55e9074d34" /><Relationship Type="http://schemas.openxmlformats.org/officeDocument/2006/relationships/image" Target="/ppt/media/image11.png" Id="R59d129ff39044bf2" /><Relationship Type="http://schemas.openxmlformats.org/officeDocument/2006/relationships/image" Target="/ppt/media/image3.png" Id="Re15726e2105a496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76a6edb5c243ea" /><Relationship Type="http://schemas.openxmlformats.org/officeDocument/2006/relationships/image" Target="/ppt/media/image3.png" Id="R988580b1c07f45b1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ac536ff2504860" /><Relationship Type="http://schemas.openxmlformats.org/officeDocument/2006/relationships/image" Target="/ppt/media/image12.png" Id="R88323bb088674b70" /><Relationship Type="http://schemas.openxmlformats.org/officeDocument/2006/relationships/image" Target="/ppt/media/image.png" Id="R7cb79f4661f24ce8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127c8609df48b5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6ae1bda96d49b1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dd4ee95ea544ea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f2329f495f409a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a59cf9235a14958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1968da2bdc1488a" /><Relationship Type="http://schemas.openxmlformats.org/officeDocument/2006/relationships/image" Target="/ppt/media/image8.png" Id="R48039f85e6c44e3f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19fd0f3eb764383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eeaabc510d84665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e2780620d8f48d2" /><Relationship Type="http://schemas.openxmlformats.org/officeDocument/2006/relationships/image" Target="/ppt/media/image13.png" Id="R6c41cac0009c43b1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93fd61171fd417c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75e330ef8a5470c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5e01857c9f5469a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f23609280a3410d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f113b4e94144fd7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de6de984ec44e05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0c01d1f151a473e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26ab882bd2743ca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7ffd718bc7064707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707f1f07cef4ff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f57a962c0cb842d7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44c5a5851bf42e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c25fab442047497a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b31c408e5e44d0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e5e7fa0510474b92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8e36b7a97fc48a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444d9ca8a5b45d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0389185ff8cc4232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c103ff1dbf94ee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259b1979c4944927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db50ec9ea347b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1008419b1eef40dc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4b65dff5e5f4c6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59d129ff39044bf2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5726e2105a496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88580b1c07f45b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88323bb088674b70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cb79f4661f24ce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8039f85e6c44e3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c41cac0009c43b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ce733d37704df3" /><Relationship Type="http://schemas.openxmlformats.org/officeDocument/2006/relationships/slideLayout" Target="/ppt/slideLayouts/slideLayout1.xml" Id="Ra4f08b3b81e64125" /><Relationship Type="http://schemas.openxmlformats.org/officeDocument/2006/relationships/slideLayout" Target="/ppt/slideLayouts/slideLayout2.xml" Id="R60eaa54271fb4699" /><Relationship Type="http://schemas.openxmlformats.org/officeDocument/2006/relationships/slideLayout" Target="/ppt/slideLayouts/slideLayout3.xml" Id="R884b475c37e94c7a" /><Relationship Type="http://schemas.openxmlformats.org/officeDocument/2006/relationships/slideLayout" Target="/ppt/slideLayouts/slideLayout4.xml" Id="R3e7beebac0c4418b" /><Relationship Type="http://schemas.openxmlformats.org/officeDocument/2006/relationships/slideLayout" Target="/ppt/slideLayouts/slideLayout5.xml" Id="Rede8b30047754cf9" /><Relationship Type="http://schemas.openxmlformats.org/officeDocument/2006/relationships/slideLayout" Target="/ppt/slideLayouts/slideLayout6.xml" Id="Re0168725ecd34e9b" /><Relationship Type="http://schemas.openxmlformats.org/officeDocument/2006/relationships/slideLayout" Target="/ppt/slideLayouts/slideLayout7.xml" Id="Rc6383963120a4fd9" /><Relationship Type="http://schemas.openxmlformats.org/officeDocument/2006/relationships/slideLayout" Target="/ppt/slideLayouts/slideLayout8.xml" Id="Rab3f190b15294ea1" /><Relationship Type="http://schemas.openxmlformats.org/officeDocument/2006/relationships/slideLayout" Target="/ppt/slideLayouts/slideLayout9.xml" Id="Rc960c08103e94c47" /><Relationship Type="http://schemas.openxmlformats.org/officeDocument/2006/relationships/slideLayout" Target="/ppt/slideLayouts/slideLayout10.xml" Id="Re04324add31f461a" /><Relationship Type="http://schemas.openxmlformats.org/officeDocument/2006/relationships/slideLayout" Target="/ppt/slideLayouts/slideLayout11.xml" Id="Ra16244500cb5450d" /><Relationship Type="http://schemas.openxmlformats.org/officeDocument/2006/relationships/slideLayout" Target="/ppt/slideLayouts/slideLayout12.xml" Id="R507dc18e7d294017" /><Relationship Type="http://schemas.openxmlformats.org/officeDocument/2006/relationships/slideLayout" Target="/ppt/slideLayouts/slideLayout13.xml" Id="Rae2537dbe6404f94" /><Relationship Type="http://schemas.openxmlformats.org/officeDocument/2006/relationships/slideLayout" Target="/ppt/slideLayouts/slideLayout14.xml" Id="Ra4bd3b2fbb5f4b21" /><Relationship Type="http://schemas.openxmlformats.org/officeDocument/2006/relationships/slideLayout" Target="/ppt/slideLayouts/slideLayout15.xml" Id="Rb9deda1545e742c8" /><Relationship Type="http://schemas.openxmlformats.org/officeDocument/2006/relationships/slideLayout" Target="/ppt/slideLayouts/slideLayout16.xml" Id="R974ce645d5494781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b7cfa8ccbaeb472b" /><Relationship Type="http://schemas.openxmlformats.org/officeDocument/2006/relationships/theme" Target="/ppt/slideMasters/theme/theme3.xml" Id="R457e7c20d50f4f2a" /><Relationship Type="http://schemas.openxmlformats.org/officeDocument/2006/relationships/slideLayout" Target="/ppt/slideLayouts/slideLayout17.xml" Id="Rd50c3b1af8d34bf9" /><Relationship Type="http://schemas.openxmlformats.org/officeDocument/2006/relationships/slideLayout" Target="/ppt/slideLayouts/slideLayout18.xml" Id="R30457fd814b14041" /><Relationship Type="http://schemas.openxmlformats.org/officeDocument/2006/relationships/slideLayout" Target="/ppt/slideLayouts/slideLayout19.xml" Id="R4da3f0d0b5bf4f1a" /><Relationship Type="http://schemas.openxmlformats.org/officeDocument/2006/relationships/slideLayout" Target="/ppt/slideLayouts/slideLayout20.xml" Id="Reba21921baff4a58" /><Relationship Type="http://schemas.openxmlformats.org/officeDocument/2006/relationships/slideLayout" Target="/ppt/slideLayouts/slideLayout21.xml" Id="Rc7118064778a4bf9" /><Relationship Type="http://schemas.openxmlformats.org/officeDocument/2006/relationships/slideLayout" Target="/ppt/slideLayouts/slideLayout22.xml" Id="R9a11877cbe794c54" /><Relationship Type="http://schemas.openxmlformats.org/officeDocument/2006/relationships/slideLayout" Target="/ppt/slideLayouts/slideLayout23.xml" Id="Re878b55f601e403f" /><Relationship Type="http://schemas.openxmlformats.org/officeDocument/2006/relationships/slideLayout" Target="/ppt/slideLayouts/slideLayout24.xml" Id="R9e151e64013240a8" /><Relationship Type="http://schemas.openxmlformats.org/officeDocument/2006/relationships/slideLayout" Target="/ppt/slideLayouts/slideLayout25.xml" Id="R78b75cb7caef407d" /><Relationship Type="http://schemas.openxmlformats.org/officeDocument/2006/relationships/slideLayout" Target="/ppt/slideLayouts/slideLayout26.xml" Id="R77e481a86f03419c" /><Relationship Type="http://schemas.openxmlformats.org/officeDocument/2006/relationships/slideLayout" Target="/ppt/slideLayouts/slideLayout27.xml" Id="Rc58f5726b62b4b47" /><Relationship Type="http://schemas.openxmlformats.org/officeDocument/2006/relationships/slideLayout" Target="/ppt/slideLayouts/slideLayout28.xml" Id="R639e729bf2ce44bb" /><Relationship Type="http://schemas.openxmlformats.org/officeDocument/2006/relationships/slideLayout" Target="/ppt/slideLayouts/slideLayout29.xml" Id="R2a0053672ff74260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f08b3b81e64125"/>
    <p:sldLayoutId xmlns:r="http://schemas.openxmlformats.org/officeDocument/2006/relationships" id="2147483650" r:id="R60eaa54271fb4699"/>
    <p:sldLayoutId xmlns:r="http://schemas.openxmlformats.org/officeDocument/2006/relationships" id="2147483651" r:id="R884b475c37e94c7a"/>
    <p:sldLayoutId xmlns:r="http://schemas.openxmlformats.org/officeDocument/2006/relationships" id="2147483652" r:id="R3e7beebac0c4418b"/>
    <p:sldLayoutId xmlns:r="http://schemas.openxmlformats.org/officeDocument/2006/relationships" id="2147483653" r:id="Rede8b30047754cf9"/>
    <p:sldLayoutId xmlns:r="http://schemas.openxmlformats.org/officeDocument/2006/relationships" id="2147483654" r:id="Re0168725ecd34e9b"/>
    <p:sldLayoutId xmlns:r="http://schemas.openxmlformats.org/officeDocument/2006/relationships" id="2147483655" r:id="Rc6383963120a4fd9"/>
    <p:sldLayoutId xmlns:r="http://schemas.openxmlformats.org/officeDocument/2006/relationships" id="2147483656" r:id="Rab3f190b15294ea1"/>
    <p:sldLayoutId xmlns:r="http://schemas.openxmlformats.org/officeDocument/2006/relationships" id="2147483657" r:id="Rc960c08103e94c47"/>
    <p:sldLayoutId xmlns:r="http://schemas.openxmlformats.org/officeDocument/2006/relationships" id="2147483658" r:id="Re04324add31f461a"/>
    <p:sldLayoutId xmlns:r="http://schemas.openxmlformats.org/officeDocument/2006/relationships" id="2147483659" r:id="Ra16244500cb5450d"/>
    <p:sldLayoutId xmlns:r="http://schemas.openxmlformats.org/officeDocument/2006/relationships" id="2147483660" r:id="R507dc18e7d294017"/>
    <p:sldLayoutId xmlns:r="http://schemas.openxmlformats.org/officeDocument/2006/relationships" id="2147483661" r:id="Rae2537dbe6404f94"/>
    <p:sldLayoutId xmlns:r="http://schemas.openxmlformats.org/officeDocument/2006/relationships" id="2147483662" r:id="Ra4bd3b2fbb5f4b21"/>
    <p:sldLayoutId xmlns:r="http://schemas.openxmlformats.org/officeDocument/2006/relationships" id="2147483663" r:id="Rb9deda1545e742c8"/>
    <p:sldLayoutId xmlns:r="http://schemas.openxmlformats.org/officeDocument/2006/relationships" id="2147483664" r:id="R974ce645d5494781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7cfa8ccbaeb472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d50c3b1af8d34bf9"/>
    <p:sldLayoutId xmlns:r="http://schemas.openxmlformats.org/officeDocument/2006/relationships" id="2147483667" r:id="R30457fd814b14041"/>
    <p:sldLayoutId xmlns:r="http://schemas.openxmlformats.org/officeDocument/2006/relationships" id="2147483668" r:id="R4da3f0d0b5bf4f1a"/>
    <p:sldLayoutId xmlns:r="http://schemas.openxmlformats.org/officeDocument/2006/relationships" id="2147483669" r:id="Reba21921baff4a58"/>
    <p:sldLayoutId xmlns:r="http://schemas.openxmlformats.org/officeDocument/2006/relationships" id="2147483670" r:id="Rc7118064778a4bf9"/>
    <p:sldLayoutId xmlns:r="http://schemas.openxmlformats.org/officeDocument/2006/relationships" id="2147483671" r:id="R9a11877cbe794c54"/>
    <p:sldLayoutId xmlns:r="http://schemas.openxmlformats.org/officeDocument/2006/relationships" id="2147483672" r:id="Re878b55f601e403f"/>
    <p:sldLayoutId xmlns:r="http://schemas.openxmlformats.org/officeDocument/2006/relationships" id="2147483673" r:id="R9e151e64013240a8"/>
    <p:sldLayoutId xmlns:r="http://schemas.openxmlformats.org/officeDocument/2006/relationships" id="2147483674" r:id="R78b75cb7caef407d"/>
    <p:sldLayoutId xmlns:r="http://schemas.openxmlformats.org/officeDocument/2006/relationships" id="2147483675" r:id="R77e481a86f03419c"/>
    <p:sldLayoutId xmlns:r="http://schemas.openxmlformats.org/officeDocument/2006/relationships" id="2147483676" r:id="Rc58f5726b62b4b47"/>
    <p:sldLayoutId xmlns:r="http://schemas.openxmlformats.org/officeDocument/2006/relationships" id="2147483677" r:id="R639e729bf2ce44bb"/>
    <p:sldLayoutId xmlns:r="http://schemas.openxmlformats.org/officeDocument/2006/relationships" id="2147483678" r:id="R2a0053672ff74260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e2bad971609c4e7a" /><Relationship Type="http://schemas.openxmlformats.org/officeDocument/2006/relationships/notesSlide" Target="/ppt/notesSlides/notesSlide1.xml" Id="Ra13a271b2c294cb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232df1cfa33f4af6" /><Relationship Type="http://schemas.openxmlformats.org/officeDocument/2006/relationships/notesSlide" Target="/ppt/notesSlides/notesSlide2.xml" Id="R308d10c650024d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23be8519e94d4ea7" /><Relationship Type="http://schemas.openxmlformats.org/officeDocument/2006/relationships/notesSlide" Target="/ppt/notesSlides/notesSlide3.xml" Id="Re120bf61677548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8da82896bc7248fd" /><Relationship Type="http://schemas.openxmlformats.org/officeDocument/2006/relationships/notesSlide" Target="/ppt/notesSlides/notesSlide4.xml" Id="Rc0885b05b4844a2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3032605209c446ed" /><Relationship Type="http://schemas.openxmlformats.org/officeDocument/2006/relationships/notesSlide" Target="/ppt/notesSlides/notesSlide5.xml" Id="Rf9f20d4e83fb45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e2f1fba39de14a6d" /><Relationship Type="http://schemas.openxmlformats.org/officeDocument/2006/relationships/notesSlide" Target="/ppt/notesSlides/notesSlide6.xml" Id="R908e97e032ac4b8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SKILLS EVALUATOR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SYCL Build &amp; Debug Skill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Portable build and runtime triage across UXL projects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September 2026 · 8 of 8 evaluation tasks implemented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the skill tells an agent today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Classify the failing phase — Configure, compile, link, runtime load, or device selection.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Record a reproducible environment — Include toolchain versions, target, commands, first error, and a safe local probe.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Prove the selected device — Enumerate it and run a minimal workload before blaming a library.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Check compile-time and runtime paths separately — CMake cache, link targets, loader paths, and plugins can fail independently.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Verify current support upstream — The skill does not embed a permanent backend matrix.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Evaluation inventory: all 8 tasks implemented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Device and runtime — Windows/WSL discovery, loader/plugin mismatch, and silent CPU fallback.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Build contracts — Compiler cache, backend link, compile-time backend selection, and transitive target linking.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Runtime composition — oneDNN plus threading-runtime integration.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What remains — Maintainer ownership and matched evidence across representative toolchains, not more task-count filling.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How we chose the content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Project-owned sources — SYCL toolchain docs plus UXL library build, example, test, and incident evidence.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Failure-shaped coverage — Each task starts at a boundary maintainers repeatedly diagnose.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Portable checks — Verifiers test observed build/runtime behavior rather than vendor names.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Honest limits — Specialized hardware enters only when hosted systems cannot reproduce the task faithfully.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shared ownership would look like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working-group reviewers own — Shared terminology, routing rules, safe probes, and vendor-neutral limitations.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Project maintainers validate hand-offs — Each library confirms where general SYCL triage ends and project behavior begins.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Toolchain owners refresh sources — Compiler, loader, plugin, and package changes update the source ledger and affected tasks.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infrastructure maintains — Validators, Harbor execution, dashboards, and specialized-lane contracts.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 focused 30-minute maintainer review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1. Confirm the five-phase triage model — Configure, compile, link, runtime load, device selection.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2. Correct one routing boundary — Identify advice that belongs in a library-specific skill instead.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3. Judge the eight tasks — Mark smoke coverage versus tasks worth matched model trials.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4. Name a shared reviewer — One person or small working-group team is enough.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Outcome — A common first-response playbook that produces reproducible reports across UXL projects.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2026-09-04T15:02:33.2230000Z</dcterms:created>
  <dcterms:modified xsi:type="dcterms:W3CDTF">2026-09-04T15:02:33.2230000Z</dcterms:modified>
</coreProperties>
</file>