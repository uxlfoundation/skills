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56641662744d8d" /><Relationship Type="http://schemas.openxmlformats.org/officeDocument/2006/relationships/extended-properties" Target="/docProps/app.xml" Id="R7dcba5cb6fd944fc" /><Relationship Type="http://schemas.openxmlformats.org/officeDocument/2006/relationships/officeDocument" Target="/ppt/presentation.xml" Id="R91c1827181c847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4ab14f6340413d"/>
    <p:sldMasterId xmlns:r="http://schemas.openxmlformats.org/officeDocument/2006/relationships" id="2147483665" r:id="R9ef28bf0220847af"/>
  </p:sldMasterIdLst>
  <p:notesMasterIdLst>
    <p:notesMasterId xmlns:r="http://schemas.openxmlformats.org/officeDocument/2006/relationships" r:id="R1045e4d21f9d45cb"/>
  </p:notesMasterIdLst>
  <p:sldIdLst>
    <p:sldId xmlns:r="http://schemas.openxmlformats.org/officeDocument/2006/relationships" id="256" r:id="Rdbf65bf85e3e419a"/>
    <p:sldId xmlns:r="http://schemas.openxmlformats.org/officeDocument/2006/relationships" id="257" r:id="Ra1cfdfc77c1a4a06"/>
    <p:sldId xmlns:r="http://schemas.openxmlformats.org/officeDocument/2006/relationships" id="258" r:id="R7849342483df4203"/>
    <p:sldId xmlns:r="http://schemas.openxmlformats.org/officeDocument/2006/relationships" id="259" r:id="R3ca2e63c9c72454d"/>
    <p:sldId xmlns:r="http://schemas.openxmlformats.org/officeDocument/2006/relationships" id="260" r:id="R1604e088bc434c66"/>
    <p:sldId xmlns:r="http://schemas.openxmlformats.org/officeDocument/2006/relationships" id="261" r:id="R808c294f49fc4c7e"/>
    <p:sldId xmlns:r="http://schemas.openxmlformats.org/officeDocument/2006/relationships" id="262" r:id="R6bb97aaef4964d6b"/>
    <p:sldId xmlns:r="http://schemas.openxmlformats.org/officeDocument/2006/relationships" id="263" r:id="R64e7ae382900412d"/>
    <p:sldId xmlns:r="http://schemas.openxmlformats.org/officeDocument/2006/relationships" id="264" r:id="Rf5b8753be56147b2"/>
    <p:sldId xmlns:r="http://schemas.openxmlformats.org/officeDocument/2006/relationships" id="265" r:id="R561d481371bc4bf5"/>
    <p:sldId xmlns:r="http://schemas.openxmlformats.org/officeDocument/2006/relationships" id="266" r:id="R78ce0dfbc3dd4cc4"/>
    <p:sldId xmlns:r="http://schemas.openxmlformats.org/officeDocument/2006/relationships" id="267" r:id="R7ccdf4035d594eb3"/>
    <p:sldId xmlns:r="http://schemas.openxmlformats.org/officeDocument/2006/relationships" id="268" r:id="R0e6f8d53c52d46fa"/>
    <p:sldId xmlns:r="http://schemas.openxmlformats.org/officeDocument/2006/relationships" id="269" r:id="R4d62926fd4eb4f05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3c31ab4ae64095" /><Relationship Type="http://schemas.openxmlformats.org/officeDocument/2006/relationships/slideMaster" Target="/ppt/slideMasters/slideMaster1.xml" Id="Rb04ab14f6340413d" /><Relationship Type="http://schemas.openxmlformats.org/officeDocument/2006/relationships/slideMaster" Target="/ppt/slideMasters/slideMaster2.xml" Id="R9ef28bf0220847af" /><Relationship Type="http://schemas.openxmlformats.org/officeDocument/2006/relationships/notesMaster" Target="/ppt/notesMasters/notesMaster1.xml" Id="R1045e4d21f9d45cb" /><Relationship Type="http://schemas.openxmlformats.org/officeDocument/2006/relationships/presProps" Target="/ppt/presProps.xml" Id="R9f9647aa5c9f4657" /><Relationship Type="http://schemas.openxmlformats.org/officeDocument/2006/relationships/viewProps" Target="/ppt/viewProps.xml" Id="R7784548f35df4c1c" /><Relationship Type="http://schemas.openxmlformats.org/officeDocument/2006/relationships/tableStyles" Target="/ppt/tableStyles.xml" Id="R9e4fe384f1ae4e4c" /><Relationship Type="http://schemas.microsoft.com/office/2018/10/relationships/authors" Target="/ppt/authors.xml" Id="R2238005322c343e3" /><Relationship Type="http://schemas.openxmlformats.org/officeDocument/2006/relationships/slide" Target="/ppt/slides/slide1.xml" Id="Rdbf65bf85e3e419a" /><Relationship Type="http://schemas.openxmlformats.org/officeDocument/2006/relationships/slide" Target="/ppt/slides/slide2.xml" Id="Ra1cfdfc77c1a4a06" /><Relationship Type="http://schemas.openxmlformats.org/officeDocument/2006/relationships/slide" Target="/ppt/slides/slide3.xml" Id="R7849342483df4203" /><Relationship Type="http://schemas.openxmlformats.org/officeDocument/2006/relationships/slide" Target="/ppt/slides/slide4.xml" Id="R3ca2e63c9c72454d" /><Relationship Type="http://schemas.openxmlformats.org/officeDocument/2006/relationships/slide" Target="/ppt/slides/slide5.xml" Id="R1604e088bc434c66" /><Relationship Type="http://schemas.openxmlformats.org/officeDocument/2006/relationships/slide" Target="/ppt/slides/slide6.xml" Id="R808c294f49fc4c7e" /><Relationship Type="http://schemas.openxmlformats.org/officeDocument/2006/relationships/slide" Target="/ppt/slides/slide7.xml" Id="R6bb97aaef4964d6b" /><Relationship Type="http://schemas.openxmlformats.org/officeDocument/2006/relationships/slide" Target="/ppt/slides/slide8.xml" Id="R64e7ae382900412d" /><Relationship Type="http://schemas.openxmlformats.org/officeDocument/2006/relationships/slide" Target="/ppt/slides/slide9.xml" Id="Rf5b8753be56147b2" /><Relationship Type="http://schemas.openxmlformats.org/officeDocument/2006/relationships/slide" Target="/ppt/slides/slide10.xml" Id="R561d481371bc4bf5" /><Relationship Type="http://schemas.openxmlformats.org/officeDocument/2006/relationships/slide" Target="/ppt/slides/slide11.xml" Id="R78ce0dfbc3dd4cc4" /><Relationship Type="http://schemas.openxmlformats.org/officeDocument/2006/relationships/slide" Target="/ppt/slides/slide12.xml" Id="R7ccdf4035d594eb3" /><Relationship Type="http://schemas.openxmlformats.org/officeDocument/2006/relationships/slide" Target="/ppt/slides/slide13.xml" Id="R0e6f8d53c52d46fa" /><Relationship Type="http://schemas.openxmlformats.org/officeDocument/2006/relationships/slide" Target="/ppt/slides/slide14.xml" Id="R4d62926fd4eb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3cec78ef78641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5eb5ea077b4405" /><Relationship Type="http://schemas.openxmlformats.org/officeDocument/2006/relationships/notesMaster" Target="/ppt/notesMasters/notesMaster1.xml" Id="R63c6db61933044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0a7f4a41014140" /><Relationship Type="http://schemas.openxmlformats.org/officeDocument/2006/relationships/notesMaster" Target="/ppt/notesMasters/notesMaster1.xml" Id="Ra73886bb103c4c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8cdbe8690a4913" /><Relationship Type="http://schemas.openxmlformats.org/officeDocument/2006/relationships/notesMaster" Target="/ppt/notesMasters/notesMaster1.xml" Id="Rd476f95dfb9546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d78af79e0841e3" /><Relationship Type="http://schemas.openxmlformats.org/officeDocument/2006/relationships/notesMaster" Target="/ppt/notesMasters/notesMaster1.xml" Id="Raa61d370d4fa48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13a41e622346f4" /><Relationship Type="http://schemas.openxmlformats.org/officeDocument/2006/relationships/notesMaster" Target="/ppt/notesMasters/notesMaster1.xml" Id="R6f2e1f69649346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acb406718b44d6" /><Relationship Type="http://schemas.openxmlformats.org/officeDocument/2006/relationships/notesMaster" Target="/ppt/notesMasters/notesMaster1.xml" Id="Rb1e82046c9bd40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42f3caddf84e22" /><Relationship Type="http://schemas.openxmlformats.org/officeDocument/2006/relationships/notesMaster" Target="/ppt/notesMasters/notesMaster1.xml" Id="R9cd7f6e4710747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798593f5234a28" /><Relationship Type="http://schemas.openxmlformats.org/officeDocument/2006/relationships/notesMaster" Target="/ppt/notesMasters/notesMaster1.xml" Id="Rd49a510f69664d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d547975fbe4f8e" /><Relationship Type="http://schemas.openxmlformats.org/officeDocument/2006/relationships/notesMaster" Target="/ppt/notesMasters/notesMaster1.xml" Id="R589850e031a142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728df23c414c7f" /><Relationship Type="http://schemas.openxmlformats.org/officeDocument/2006/relationships/notesMaster" Target="/ppt/notesMasters/notesMaster1.xml" Id="Ra7d31d98df5940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b38c87ea7f4f24" /><Relationship Type="http://schemas.openxmlformats.org/officeDocument/2006/relationships/notesMaster" Target="/ppt/notesMasters/notesMaster1.xml" Id="R6db7dece85a14e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8cf9baedeb4432" /><Relationship Type="http://schemas.openxmlformats.org/officeDocument/2006/relationships/notesMaster" Target="/ppt/notesMasters/notesMaster1.xml" Id="R9f98ebed7b3046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ca489fb1bd4628" /><Relationship Type="http://schemas.openxmlformats.org/officeDocument/2006/relationships/notesMaster" Target="/ppt/notesMasters/notesMaster1.xml" Id="R1d372efd33094d4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c5eddb909a7473d" /><Relationship Type="http://schemas.openxmlformats.org/officeDocument/2006/relationships/notesMaster" Target="/ppt/notesMasters/notesMaster1.xml" Id="R21143f5c2f2f49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UXL Skills Evaluator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project maintainers should care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exists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current skill catalog — at a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Architecture: project knowledge becomes measured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public control room answers: are the skills healthy?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Maintainers can drill from portfolio to exact task contracts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methodology is deliberately claim-resistant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Every claim lives inside a matched evaluation cell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Maintainer pushback is expected — and the answer is scoped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Hardware is a pluggable evidence lane — never the product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ongoing maintainer workflow fits normal GitHub 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Ownership is intentionally split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https://github.com/uxlfoundation/skills/blob/main/docs/release-and-promotion-policy.md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decision we need from each project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21fc1919644cfc" /><Relationship Type="http://schemas.openxmlformats.org/officeDocument/2006/relationships/image" Target="/ppt/media/image2.png" Id="Rcf79fd9e4db742d2" /><Relationship Type="http://schemas.openxmlformats.org/officeDocument/2006/relationships/image" Target="/ppt/media/image3.png" Id="R1dd5e10cbe6f41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ee2da1adba47e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a89c063e7644cc" /><Relationship Type="http://schemas.openxmlformats.org/officeDocument/2006/relationships/image" Target="/ppt/media/image4.png" Id="R959a0c993c664cad" /><Relationship Type="http://schemas.openxmlformats.org/officeDocument/2006/relationships/image" Target="/ppt/media/image.png" Id="R3c9bb615d3e343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a68ff12557479d" /><Relationship Type="http://schemas.openxmlformats.org/officeDocument/2006/relationships/image" Target="/ppt/media/image5.png" Id="Rd80936d218db466c" /><Relationship Type="http://schemas.openxmlformats.org/officeDocument/2006/relationships/image" Target="/ppt/media/image.png" Id="R48c9612991b64b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ca27e8de3410d" /><Relationship Type="http://schemas.openxmlformats.org/officeDocument/2006/relationships/image" Target="/ppt/media/image6.png" Id="Rf7db73ce73b149d1" /><Relationship Type="http://schemas.openxmlformats.org/officeDocument/2006/relationships/image" Target="/ppt/media/image.png" Id="Rdb264494cc7e48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c19c840ac24f17" /><Relationship Type="http://schemas.openxmlformats.org/officeDocument/2006/relationships/image" Target="/ppt/media/image3.png" Id="R5b7857b9d099477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ffa072fee493b" /><Relationship Type="http://schemas.openxmlformats.org/officeDocument/2006/relationships/image" Target="/ppt/media/image7.png" Id="Ra03973a3871f4efe" /><Relationship Type="http://schemas.openxmlformats.org/officeDocument/2006/relationships/image" Target="/ppt/media/image8.png" Id="R9ec34d5114c6414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3b0bba63043cf" /><Relationship Type="http://schemas.openxmlformats.org/officeDocument/2006/relationships/image" Target="/ppt/media/image9.png" Id="R972e9f9cda83435f" /><Relationship Type="http://schemas.openxmlformats.org/officeDocument/2006/relationships/image" Target="/ppt/media/image3.png" Id="R5c369f93c0f7468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1141ca5cc4728" /><Relationship Type="http://schemas.openxmlformats.org/officeDocument/2006/relationships/image" Target="/ppt/media/image10.png" Id="R150d6ec0c8f94c10" /><Relationship Type="http://schemas.openxmlformats.org/officeDocument/2006/relationships/image" Target="/ppt/media/image.png" Id="R159d6906d17d46f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f58a59a95473d" /><Relationship Type="http://schemas.openxmlformats.org/officeDocument/2006/relationships/image" Target="/ppt/media/image11.png" Id="R05e5a47907594ebf" /><Relationship Type="http://schemas.openxmlformats.org/officeDocument/2006/relationships/image" Target="/ppt/media/image3.png" Id="R4b61acefd88c40a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5e0167a5b4610" /><Relationship Type="http://schemas.openxmlformats.org/officeDocument/2006/relationships/image" Target="/ppt/media/image3.png" Id="R623a0f55902243c0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801816861042e7" /><Relationship Type="http://schemas.openxmlformats.org/officeDocument/2006/relationships/image" Target="/ppt/media/image12.png" Id="Rf810028b821c4a25" /><Relationship Type="http://schemas.openxmlformats.org/officeDocument/2006/relationships/image" Target="/ppt/media/image.png" Id="R277bf6f8d1d6478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1318063e64f1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58d1f5da334a7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381fcdf674ff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31afaad5354c4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795bfefe4d4409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1453fb16e504ead" /><Relationship Type="http://schemas.openxmlformats.org/officeDocument/2006/relationships/image" Target="/ppt/media/image8.png" Id="R497cff937ccb440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be2eff73c624274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9395f5f4444b8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7abd6e1662c41ef" /><Relationship Type="http://schemas.openxmlformats.org/officeDocument/2006/relationships/image" Target="/ppt/media/image13.png" Id="R5fba98e0394c41e5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e4f1a47e08b41e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21f1bf2cb6c4376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3521f173e4647c1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c728d899889406a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ac855a4f5f04ed8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ee4df18e1b48ac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1cb2b794934c02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b369bc43e244958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cf79fd9e4db742d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d5e10cbe6f411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959a0c993c664ca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9bb615d3e343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d80936d218db466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c9612991b64bc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f7db73ce73b149d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264494cc7e48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7857b9d099477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a03973a3871f4ef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c34d5114c6414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972e9f9cda83435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369f93c0f7468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150d6ec0c8f94c1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9d6906d17d46f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05e5a47907594eb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61acefd88c40a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3a0f55902243c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f810028b821c4a2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7bf6f8d1d6478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7cff937ccb44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ba98e0394c41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25403b3af14906" /><Relationship Type="http://schemas.openxmlformats.org/officeDocument/2006/relationships/slideLayout" Target="/ppt/slideLayouts/slideLayout1.xml" Id="Rb88271aa9f4f4c9c" /><Relationship Type="http://schemas.openxmlformats.org/officeDocument/2006/relationships/slideLayout" Target="/ppt/slideLayouts/slideLayout2.xml" Id="R845e83d2ab634436" /><Relationship Type="http://schemas.openxmlformats.org/officeDocument/2006/relationships/slideLayout" Target="/ppt/slideLayouts/slideLayout3.xml" Id="Rb9e3dccd60a844c3" /><Relationship Type="http://schemas.openxmlformats.org/officeDocument/2006/relationships/slideLayout" Target="/ppt/slideLayouts/slideLayout4.xml" Id="Rc97b515778304562" /><Relationship Type="http://schemas.openxmlformats.org/officeDocument/2006/relationships/slideLayout" Target="/ppt/slideLayouts/slideLayout5.xml" Id="R9f9af9905375485b" /><Relationship Type="http://schemas.openxmlformats.org/officeDocument/2006/relationships/slideLayout" Target="/ppt/slideLayouts/slideLayout6.xml" Id="Red75149bb2994be7" /><Relationship Type="http://schemas.openxmlformats.org/officeDocument/2006/relationships/slideLayout" Target="/ppt/slideLayouts/slideLayout7.xml" Id="Rf0a57444b2f341da" /><Relationship Type="http://schemas.openxmlformats.org/officeDocument/2006/relationships/slideLayout" Target="/ppt/slideLayouts/slideLayout8.xml" Id="R63bfc9cc2da14add" /><Relationship Type="http://schemas.openxmlformats.org/officeDocument/2006/relationships/slideLayout" Target="/ppt/slideLayouts/slideLayout9.xml" Id="R3a50f2280ed44648" /><Relationship Type="http://schemas.openxmlformats.org/officeDocument/2006/relationships/slideLayout" Target="/ppt/slideLayouts/slideLayout10.xml" Id="Ra7ba8037ee974ac7" /><Relationship Type="http://schemas.openxmlformats.org/officeDocument/2006/relationships/slideLayout" Target="/ppt/slideLayouts/slideLayout11.xml" Id="R7d13db4d3ef14c8f" /><Relationship Type="http://schemas.openxmlformats.org/officeDocument/2006/relationships/slideLayout" Target="/ppt/slideLayouts/slideLayout12.xml" Id="R0d9a9a622fc441c9" /><Relationship Type="http://schemas.openxmlformats.org/officeDocument/2006/relationships/slideLayout" Target="/ppt/slideLayouts/slideLayout13.xml" Id="R47f4f16f6994417c" /><Relationship Type="http://schemas.openxmlformats.org/officeDocument/2006/relationships/slideLayout" Target="/ppt/slideLayouts/slideLayout14.xml" Id="R1643da8145db4223" /><Relationship Type="http://schemas.openxmlformats.org/officeDocument/2006/relationships/slideLayout" Target="/ppt/slideLayouts/slideLayout15.xml" Id="R6d1aecf51e15483b" /><Relationship Type="http://schemas.openxmlformats.org/officeDocument/2006/relationships/slideLayout" Target="/ppt/slideLayouts/slideLayout16.xml" Id="Rbd32074d1292472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009350a7a68345e8" /><Relationship Type="http://schemas.openxmlformats.org/officeDocument/2006/relationships/theme" Target="/ppt/slideMasters/theme/theme3.xml" Id="Rf027672d4e784f04" /><Relationship Type="http://schemas.openxmlformats.org/officeDocument/2006/relationships/slideLayout" Target="/ppt/slideLayouts/slideLayout17.xml" Id="R0619b8e8abb24748" /><Relationship Type="http://schemas.openxmlformats.org/officeDocument/2006/relationships/slideLayout" Target="/ppt/slideLayouts/slideLayout18.xml" Id="Rc1c3ab942d0f459e" /><Relationship Type="http://schemas.openxmlformats.org/officeDocument/2006/relationships/slideLayout" Target="/ppt/slideLayouts/slideLayout19.xml" Id="R5981fc41c43848d3" /><Relationship Type="http://schemas.openxmlformats.org/officeDocument/2006/relationships/slideLayout" Target="/ppt/slideLayouts/slideLayout20.xml" Id="R5497369958b948f8" /><Relationship Type="http://schemas.openxmlformats.org/officeDocument/2006/relationships/slideLayout" Target="/ppt/slideLayouts/slideLayout21.xml" Id="R49170ba884194d71" /><Relationship Type="http://schemas.openxmlformats.org/officeDocument/2006/relationships/slideLayout" Target="/ppt/slideLayouts/slideLayout22.xml" Id="Rd8068c3f56834c09" /><Relationship Type="http://schemas.openxmlformats.org/officeDocument/2006/relationships/slideLayout" Target="/ppt/slideLayouts/slideLayout23.xml" Id="Rd73115af9edb4ff0" /><Relationship Type="http://schemas.openxmlformats.org/officeDocument/2006/relationships/slideLayout" Target="/ppt/slideLayouts/slideLayout24.xml" Id="Ra02902615bf74bf1" /><Relationship Type="http://schemas.openxmlformats.org/officeDocument/2006/relationships/slideLayout" Target="/ppt/slideLayouts/slideLayout25.xml" Id="R85132b11f4ed4519" /><Relationship Type="http://schemas.openxmlformats.org/officeDocument/2006/relationships/slideLayout" Target="/ppt/slideLayouts/slideLayout26.xml" Id="R1b944c385a2a459e" /><Relationship Type="http://schemas.openxmlformats.org/officeDocument/2006/relationships/slideLayout" Target="/ppt/slideLayouts/slideLayout27.xml" Id="R3ec5fd01f9d94a86" /><Relationship Type="http://schemas.openxmlformats.org/officeDocument/2006/relationships/slideLayout" Target="/ppt/slideLayouts/slideLayout28.xml" Id="R503d16cdbd564746" /><Relationship Type="http://schemas.openxmlformats.org/officeDocument/2006/relationships/slideLayout" Target="/ppt/slideLayouts/slideLayout29.xml" Id="Rd2a884f542424fd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8271aa9f4f4c9c"/>
    <p:sldLayoutId xmlns:r="http://schemas.openxmlformats.org/officeDocument/2006/relationships" id="2147483650" r:id="R845e83d2ab634436"/>
    <p:sldLayoutId xmlns:r="http://schemas.openxmlformats.org/officeDocument/2006/relationships" id="2147483651" r:id="Rb9e3dccd60a844c3"/>
    <p:sldLayoutId xmlns:r="http://schemas.openxmlformats.org/officeDocument/2006/relationships" id="2147483652" r:id="Rc97b515778304562"/>
    <p:sldLayoutId xmlns:r="http://schemas.openxmlformats.org/officeDocument/2006/relationships" id="2147483653" r:id="R9f9af9905375485b"/>
    <p:sldLayoutId xmlns:r="http://schemas.openxmlformats.org/officeDocument/2006/relationships" id="2147483654" r:id="Red75149bb2994be7"/>
    <p:sldLayoutId xmlns:r="http://schemas.openxmlformats.org/officeDocument/2006/relationships" id="2147483655" r:id="Rf0a57444b2f341da"/>
    <p:sldLayoutId xmlns:r="http://schemas.openxmlformats.org/officeDocument/2006/relationships" id="2147483656" r:id="R63bfc9cc2da14add"/>
    <p:sldLayoutId xmlns:r="http://schemas.openxmlformats.org/officeDocument/2006/relationships" id="2147483657" r:id="R3a50f2280ed44648"/>
    <p:sldLayoutId xmlns:r="http://schemas.openxmlformats.org/officeDocument/2006/relationships" id="2147483658" r:id="Ra7ba8037ee974ac7"/>
    <p:sldLayoutId xmlns:r="http://schemas.openxmlformats.org/officeDocument/2006/relationships" id="2147483659" r:id="R7d13db4d3ef14c8f"/>
    <p:sldLayoutId xmlns:r="http://schemas.openxmlformats.org/officeDocument/2006/relationships" id="2147483660" r:id="R0d9a9a622fc441c9"/>
    <p:sldLayoutId xmlns:r="http://schemas.openxmlformats.org/officeDocument/2006/relationships" id="2147483661" r:id="R47f4f16f6994417c"/>
    <p:sldLayoutId xmlns:r="http://schemas.openxmlformats.org/officeDocument/2006/relationships" id="2147483662" r:id="R1643da8145db4223"/>
    <p:sldLayoutId xmlns:r="http://schemas.openxmlformats.org/officeDocument/2006/relationships" id="2147483663" r:id="R6d1aecf51e15483b"/>
    <p:sldLayoutId xmlns:r="http://schemas.openxmlformats.org/officeDocument/2006/relationships" id="2147483664" r:id="Rbd32074d1292472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9350a7a68345e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0619b8e8abb24748"/>
    <p:sldLayoutId xmlns:r="http://schemas.openxmlformats.org/officeDocument/2006/relationships" id="2147483667" r:id="Rc1c3ab942d0f459e"/>
    <p:sldLayoutId xmlns:r="http://schemas.openxmlformats.org/officeDocument/2006/relationships" id="2147483668" r:id="R5981fc41c43848d3"/>
    <p:sldLayoutId xmlns:r="http://schemas.openxmlformats.org/officeDocument/2006/relationships" id="2147483669" r:id="R5497369958b948f8"/>
    <p:sldLayoutId xmlns:r="http://schemas.openxmlformats.org/officeDocument/2006/relationships" id="2147483670" r:id="R49170ba884194d71"/>
    <p:sldLayoutId xmlns:r="http://schemas.openxmlformats.org/officeDocument/2006/relationships" id="2147483671" r:id="Rd8068c3f56834c09"/>
    <p:sldLayoutId xmlns:r="http://schemas.openxmlformats.org/officeDocument/2006/relationships" id="2147483672" r:id="Rd73115af9edb4ff0"/>
    <p:sldLayoutId xmlns:r="http://schemas.openxmlformats.org/officeDocument/2006/relationships" id="2147483673" r:id="Ra02902615bf74bf1"/>
    <p:sldLayoutId xmlns:r="http://schemas.openxmlformats.org/officeDocument/2006/relationships" id="2147483674" r:id="R85132b11f4ed4519"/>
    <p:sldLayoutId xmlns:r="http://schemas.openxmlformats.org/officeDocument/2006/relationships" id="2147483675" r:id="R1b944c385a2a459e"/>
    <p:sldLayoutId xmlns:r="http://schemas.openxmlformats.org/officeDocument/2006/relationships" id="2147483676" r:id="R3ec5fd01f9d94a86"/>
    <p:sldLayoutId xmlns:r="http://schemas.openxmlformats.org/officeDocument/2006/relationships" id="2147483677" r:id="R503d16cdbd564746"/>
    <p:sldLayoutId xmlns:r="http://schemas.openxmlformats.org/officeDocument/2006/relationships" id="2147483678" r:id="Rd2a884f542424fd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dc6e76d0e1e4523" /><Relationship Type="http://schemas.openxmlformats.org/officeDocument/2006/relationships/notesSlide" Target="/ppt/notesSlides/notesSlide1.xml" Id="Rdf5d71a50dcd4a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057d15134d84b67" /><Relationship Type="http://schemas.openxmlformats.org/officeDocument/2006/relationships/notesSlide" Target="/ppt/notesSlides/notesSlide2.xml" Id="Rd2cdac534c1d42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9e4d01d81dc4bab" /><Relationship Type="http://schemas.openxmlformats.org/officeDocument/2006/relationships/notesSlide" Target="/ppt/notesSlides/notesSlide3.xml" Id="Ra9fe998c1f2845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323f30715d946a3" /><Relationship Type="http://schemas.openxmlformats.org/officeDocument/2006/relationships/notesSlide" Target="/ppt/notesSlides/notesSlide4.xml" Id="R1507622250de4b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137bc36c83f4216" /><Relationship Type="http://schemas.openxmlformats.org/officeDocument/2006/relationships/notesSlide" Target="/ppt/notesSlides/notesSlide5.xml" Id="Rf814f453e6734f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3c37398217043be" /><Relationship Type="http://schemas.openxmlformats.org/officeDocument/2006/relationships/image" Target="/ppt/media/image14.png" Id="R775010cb1fee4e0e" /><Relationship Type="http://schemas.openxmlformats.org/officeDocument/2006/relationships/notesSlide" Target="/ppt/notesSlides/notesSlide6.xml" Id="R1674540361f54b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a881b05622140d5" /><Relationship Type="http://schemas.openxmlformats.org/officeDocument/2006/relationships/image" Target="/ppt/media/image15.png" Id="R36104cc265634f38" /><Relationship Type="http://schemas.openxmlformats.org/officeDocument/2006/relationships/image" Target="/ppt/media/image16.png" Id="Rb73ee2a552ee4990" /><Relationship Type="http://schemas.openxmlformats.org/officeDocument/2006/relationships/notesSlide" Target="/ppt/notesSlides/notesSlide7.xml" Id="Rdd8d1c6c21a943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5553375521f402b" /><Relationship Type="http://schemas.openxmlformats.org/officeDocument/2006/relationships/image" Target="/ppt/media/image17.png" Id="R60df57cf7cc444a8" /><Relationship Type="http://schemas.openxmlformats.org/officeDocument/2006/relationships/notesSlide" Target="/ppt/notesSlides/notesSlide8.xml" Id="R189a52c8b8e34a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e7fcd3602c64810" /><Relationship Type="http://schemas.openxmlformats.org/officeDocument/2006/relationships/notesSlide" Target="/ppt/notesSlides/notesSlide9.xml" Id="R0c46ec54bd054c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19da9ddc4124f41" /><Relationship Type="http://schemas.openxmlformats.org/officeDocument/2006/relationships/notesSlide" Target="/ppt/notesSlides/notesSlide10.xml" Id="R4e76b81120a44f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d26ec4eb83842e7" /><Relationship Type="http://schemas.openxmlformats.org/officeDocument/2006/relationships/image" Target="/ppt/media/image18.png" Id="R32090135bb3b4594" /><Relationship Type="http://schemas.openxmlformats.org/officeDocument/2006/relationships/notesSlide" Target="/ppt/notesSlides/notesSlide11.xml" Id="Rc0c62eefc92547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16c9e5b6b61464d" /><Relationship Type="http://schemas.openxmlformats.org/officeDocument/2006/relationships/notesSlide" Target="/ppt/notesSlides/notesSlide12.xml" Id="Rfab780b7997745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5f2da7a017f4b21" /><Relationship Type="http://schemas.openxmlformats.org/officeDocument/2006/relationships/notesSlide" Target="/ppt/notesSlides/notesSlide13.xml" Id="Ra7f34fd079fc44e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f7d9a1aed7b4e7d" /><Relationship Type="http://schemas.openxmlformats.org/officeDocument/2006/relationships/notesSlide" Target="/ppt/notesSlides/notesSlide14.xml" Id="Ra6fcd61c199646e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FOUNDATION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UXL Skills Evaluator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Project-maintained operational knowledge for coding agents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Maintainer overview ·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project maintainers should care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Fewer repeat explanations</a:t>
            </a:r>
            <a:r>
              <a:rPr sz="1913">
                <a:solidFill>
                  <a:srgbClr val="000000"/>
                </a:solidFill>
              </a:rPr>
              <a:t> — Capture the review comments, setup choices, and failure triage your team repeats today.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Safer agent contributions</a:t>
            </a:r>
            <a:r>
              <a:rPr sz="1913">
                <a:solidFill>
                  <a:srgbClr val="000000"/>
                </a:solidFill>
              </a:rPr>
              <a:t> — Guide agents toward project-owned APIs, tests, evidence, and honest limitations before they open a PR.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Reviewable change control</a:t>
            </a:r>
            <a:r>
              <a:rPr sz="1913">
                <a:solidFill>
                  <a:srgbClr val="000000"/>
                </a:solidFill>
              </a:rPr>
              <a:t> — Skills are small repository files; guidance changes arrive through normal GitHub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Measured usefulness</a:t>
            </a:r>
            <a:r>
              <a:rPr sz="1913">
                <a:solidFill>
                  <a:srgbClr val="000000"/>
                </a:solidFill>
              </a:rPr>
              <a:t> — Executable evaluations check whether the guidance improves verified outcomes — not just whether it sounds plausible.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exists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8 skills</a:t>
            </a:r>
            <a:r>
              <a:rPr sz="1913">
                <a:solidFill>
                  <a:srgbClr val="000000"/>
                </a:solidFill>
              </a:rPr>
              <a:t> — Six library portfolios plus shared SYCL build/debug and performance-validation guidance.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52 scoped evaluation tasks</a:t>
            </a:r>
            <a:r>
              <a:rPr sz="1913">
                <a:solidFill>
                  <a:srgbClr val="000000"/>
                </a:solidFill>
              </a:rPr>
              <a:t> — 41 implemented and 11 left visible as planned gaps; this is inventory, not a pass-rate claim.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public control room</a:t>
            </a:r>
            <a:r>
              <a:rPr sz="1913">
                <a:solidFill>
                  <a:srgbClr val="000000"/>
                </a:solidFill>
              </a:rPr>
              <a:t> — Skills, evaluations, platforms, methodology, maturity, source freshness, and ownership status.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portable execution model</a:t>
            </a:r>
            <a:r>
              <a:rPr sz="1913">
                <a:solidFill>
                  <a:srgbClr val="000000"/>
                </a:solidFill>
              </a:rPr>
              <a:t> — GitHub-hosted checks by default; opt-in specialized machines only when a task contract requires them.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current skill catalog — at a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oneDNN</a:t>
            </a:r>
            <a:r>
              <a:rPr sz="1913">
                <a:solidFill>
                  <a:srgbClr val="000000"/>
                </a:solidFill>
              </a:rPr>
              <a:t> — Primitives, layouts/reorders, fusion, numerics, benchdnn.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oneMath</a:t>
            </a:r>
            <a:r>
              <a:rPr sz="1913">
                <a:solidFill>
                  <a:srgbClr val="000000"/>
                </a:solidFill>
              </a:rPr>
              <a:t> — Domains, dispatch modes, queues, backends, linking.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oneDAL</a:t>
            </a:r>
            <a:r>
              <a:rPr sz="1913">
                <a:solidFill>
                  <a:srgbClr val="000000"/>
                </a:solidFill>
              </a:rPr>
              <a:t> — Python/native paths, modes, tables, metric parity, conversion cost.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oneTBB</a:t>
            </a:r>
            <a:r>
              <a:rPr sz="1913">
                <a:solidFill>
                  <a:srgbClr val="000000"/>
                </a:solidFill>
              </a:rPr>
              <a:t> — Patterns, shared state, flow graphs, arenas, grainsize/affinity.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oneDPL</a:t>
            </a:r>
            <a:r>
              <a:rPr sz="1913">
                <a:solidFill>
                  <a:srgbClr val="000000"/>
                </a:solidFill>
              </a:rPr>
              <a:t> — Host/device policies, iterators, lifetime, synchronization,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oneCCL</a:t>
            </a:r>
            <a:r>
              <a:rPr sz="1913">
                <a:solidFill>
                  <a:srgbClr val="000000"/>
                </a:solidFill>
              </a:rPr>
              <a:t> — Collectives, ranks, launch symmetry, waits, plugins, hangs.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Cross-project</a:t>
            </a:r>
            <a:r>
              <a:rPr sz="1913">
                <a:solidFill>
                  <a:srgbClr val="000000"/>
                </a:solidFill>
              </a:rPr>
              <a:t> — SYCL build/runtime triage and correctness-first performance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Architecture: project knowledge becomes measured evidence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0715E8-4631-43F5-AE46-A6CF6EA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04538-D4C7-4C7B-8E44-2415A17F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C583A-48D2-4721-8763-6DB1561F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895F3-CF9D-4353-BF0D-28745827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88928-D6B1-4396-A49C-D0A63577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Project docs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examples · tests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maintainer incidents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AEB6D-B0DF-43B6-A755-0A0FC46C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Skill guidance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 ledger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prompt evals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05728-2DBB-45FC-A27D-8BCA656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Harbor tasks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instruction · environment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verifier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11962-8F55-4334-BA6A-BDB8C537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GitHub-hosted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or specialized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execution lane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5E73-13AC-41F6-AEA2-2ECC7D1D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Evidence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dashboard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maintainer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ABAE9-BC08-47A0-8EB7-440E345A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083C"/>
                </a:solidFill>
              </a:defRPr>
            </a:pPr>
            <a:r>
              <a:rPr sz="1800" b="1">
                <a:solidFill>
                  <a:srgbClr val="07083C"/>
                </a:solidFill>
              </a:rPr>
              <a:t>One repository carries guidance, task contracts, policy, and the public portfolio 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99496-80F6-4355-BF57-1A0476CC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14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F1BBA"/>
                </a:solidFill>
              </a:defRPr>
            </a:pPr>
            <a:r>
              <a:rPr sz="1650" b="0">
                <a:solidFill>
                  <a:srgbClr val="6F1BBA"/>
                </a:solidFill>
              </a:rPr>
              <a:t>Specialized machines change the environment, not the evidence contract.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public control room answers: are the skills healthy?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010cb1fee4e0e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Maintainers can drill from portfolio to exact task contracts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104cc265634f38"/>
          <a:stretch xmlns:a="http://schemas.openxmlformats.org/drawingml/2006/main"/>
        </p:blipFill>
        <p:spPr>
          <a:xfrm xmlns:a="http://schemas.openxmlformats.org/drawingml/2006/main" flipH="0" flipV="0">
            <a:off x="882052" y="2095500"/>
            <a:ext cx="4941495" cy="2781300"/>
          </a:xfrm>
          <a:prstGeom xmlns:a="http://schemas.openxmlformats.org/drawingml/2006/main" prst="round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ee2a552ee4990"/>
          <a:stretch xmlns:a="http://schemas.openxmlformats.org/drawingml/2006/main"/>
        </p:blipFill>
        <p:spPr>
          <a:xfrm xmlns:a="http://schemas.openxmlformats.org/drawingml/2006/main" flipH="0" flipV="0">
            <a:off x="6368452" y="2095500"/>
            <a:ext cx="4941495" cy="27813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538011-2024-454A-A442-F3391407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00625"/>
            <a:ext cx="466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F75"/>
                </a:solidFill>
              </a:defRPr>
            </a:pPr>
            <a:r>
              <a:rPr sz="1575" b="1">
                <a:solidFill>
                  <a:srgbClr val="1D2F75"/>
                </a:solidFill>
              </a:rPr>
              <a:t>Skills: scope, maturity, sources, limitations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B5C15-D589-4ED9-B6EF-8C150F54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00625"/>
            <a:ext cx="466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F75"/>
                </a:solidFill>
              </a:defRPr>
            </a:pPr>
            <a:r>
              <a:rPr sz="1575" b="1">
                <a:solidFill>
                  <a:srgbClr val="1D2F75"/>
                </a:solidFill>
              </a:rPr>
              <a:t>Evaluations: exact tasks, states, environments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methodology is deliberately claim-resistant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f57cf7cc444a8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Every claim lives inside a matched evaluation cell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CE89B-13CA-4A29-83F1-F584BCA2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5E8A-7F96-4DFF-9413-CC53C744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7C78D-4720-4B9A-BBB0-570F4297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8A92DC-7B38-4035-A0DD-C1823E95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40483-DB93-45CB-BDAD-C8015A76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Task + verifier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264BF-5F10-4A77-AE68-6320313F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28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Agent + harness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model + reasoning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2FB75-2728-4483-9B72-AB47CD36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Image + toolchain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OS + hardware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4886F-FB93-4861-8889-8B26169E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Attempts + timeouts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concurrency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345630-C949-44BD-945A-DC5A734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28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Matched arms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no skill · previous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candidate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BF768-23E0-429B-912B-ADCB4EB5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7083C"/>
                </a:solidFill>
              </a:defRPr>
            </a:pPr>
            <a:r>
              <a:rPr sz="1875" b="1">
                <a:solidFill>
                  <a:srgbClr val="07083C"/>
                </a:solidFill>
              </a:rPr>
              <a:t>Inside one cell, change only the skill treatment.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C0C66F-4D8E-45CF-B1F9-BB16A3C6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4767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9412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3" b="0">
                <a:solidFill>
                  <a:srgbClr val="6F1BBA"/>
                </a:solidFill>
              </a:defRPr>
            </a:pPr>
            <a:r>
              <a:rPr sz="1613" b="0">
                <a:solidFill>
                  <a:srgbClr val="6F1BBA"/>
                </a:solidFill>
              </a:rPr>
              <a:t>Repeat across representative cells; report differences. Never average incompatible contexts into a universal score.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Maintainer pushback is expected — and the answer is scoped evidence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Do you test every combination? — No. We publish representative, risk-based cells and the gaps.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changes invalidate evidence? — Re-run affected cells; older results remain history, not current proof.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How do you limit overfitting? — Maintainer incidents, hidden checks, negative controls, multiple tasks, and trajectory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if every arm passes? — Keep it as smoke coverage; claim no lift and seek a harder task.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Does hardware qualification prove skill value? — No. Qualification and matched skill trials are separate gates.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Can scores be pooled? — No universal score; report conclusions within each model, harness, software, and environment cell.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Hardware is a pluggable evidence lane — never the product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11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90135bb3b4594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ongoing maintainer workflow fits normal GitHub practice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9D77C-4B9D-47B3-8142-5A56338C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5E755-E8AE-449B-AF52-213857E4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F0BDF-C34A-4C94-80D0-B06F4C73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AD538-DED7-4164-B286-2C120FB7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D7A15-564C-4728-9DF8-B076C668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3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  Review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trigger · guidance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sources ·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93BB0-7B7D-4849-8C8D-7E5D4B55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  Edit via PR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skill + eval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 ledger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936FF2-9CD3-4D7B-BA1E-E53E5A73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3  CI validates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catalog · tasks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site · smoke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CD42E-908A-41F0-A3A7-9171FD90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3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  Compare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no-skill · previous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candidate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25589-6E6B-4404-969A-1C0734FC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  Decide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keep · revise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promote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C40007-E13F-4BC5-BC7A-4307798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995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7083C"/>
                </a:solidFill>
              </a:defRPr>
            </a:pPr>
            <a:r>
              <a:rPr sz="1875" b="1">
                <a:solidFill>
                  <a:srgbClr val="07083C"/>
                </a:solidFill>
              </a:rPr>
              <a:t>A maintainer’s recurring action is a small review — the shared evaluator does the rest.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43A19-150A-4137-A153-BE6CC5B9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76750"/>
            <a:ext cx="942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F1BBA"/>
                </a:solidFill>
              </a:defRPr>
            </a:pPr>
            <a:r>
              <a:rPr sz="1650" b="0">
                <a:solidFill>
                  <a:srgbClr val="6F1BBA"/>
                </a:solidFill>
              </a:rPr>
              <a:t>Quality is the gate; lower token use never compensates for fewer verified successes.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Ownership is intentionally split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maintainers own</a:t>
            </a:r>
            <a:r>
              <a:rPr sz="1913">
                <a:solidFill>
                  <a:srgbClr val="000000"/>
                </a:solidFill>
              </a:rPr>
              <a:t> — Triggers, technical guidance, official sources, limitations, and whether task scenarios are authentic.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shared infrastructure owns</a:t>
            </a:r>
            <a:r>
              <a:rPr sz="1913">
                <a:solidFill>
                  <a:srgbClr val="000000"/>
                </a:solidFill>
              </a:rPr>
              <a:t> — Catalog validation, Harbor harnesses, comparison policy, dashboards, hosted CI, and runner contracts.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Hardware owners opt in</a:t>
            </a:r>
            <a:r>
              <a:rPr sz="1913">
                <a:solidFill>
                  <a:srgbClr val="000000"/>
                </a:solidFill>
              </a:rPr>
              <a:t> — They qualify a declared environment, run only reviewed immutable evaluator revisions, and return evidence artifacts.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No silent promotion</a:t>
            </a:r>
            <a:r>
              <a:rPr sz="1913">
                <a:solidFill>
                  <a:srgbClr val="000000"/>
                </a:solidFill>
              </a:rPr>
              <a:t> — Project approval, source verification, realistic eval prompts, matched trials when feasible, and explicit limitations remain gates.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decision we need from each project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Name one owner</a:t>
            </a:r>
            <a:r>
              <a:rPr sz="1913">
                <a:solidFill>
                  <a:srgbClr val="000000"/>
                </a:solidFill>
              </a:rPr>
              <a:t> — A maintainer or small reviewer group for scope and source freshness.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Approve or correct the first-pass guidance</a:t>
            </a:r>
            <a:r>
              <a:rPr sz="1913">
                <a:solidFill>
                  <a:srgbClr val="000000"/>
                </a:solidFill>
              </a:rPr>
              <a:t> — Especially triggers, gotchas, unsupported paths, and terminology.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the task inventory</a:t>
            </a:r>
            <a:r>
              <a:rPr sz="1913">
                <a:solidFill>
                  <a:srgbClr val="000000"/>
                </a:solidFill>
              </a:rPr>
              <a:t> — Keep, rewrite, or delete scenarios; nominate one real support issue or regression.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Adopt a light cadence</a:t>
            </a:r>
            <a:r>
              <a:rPr sz="1913">
                <a:solidFill>
                  <a:srgbClr val="000000"/>
                </a:solidFill>
              </a:rPr>
              <a:t> — Review skill-affecting PRs and recheck sources at releases or quarterly.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Start small</a:t>
            </a:r>
            <a:r>
              <a:rPr sz="1913">
                <a:solidFill>
                  <a:srgbClr val="000000"/>
                </a:solidFill>
              </a:rPr>
              <a:t> — A 30-minute review is enough to turn this from UXL-authored draft into project-backed guidance.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2026-09-04T13:53:30.6340000Z</dcterms:created>
  <dcterms:modified xsi:type="dcterms:W3CDTF">2026-09-04T13:53:30.6340000Z</dcterms:modified>
</coreProperties>
</file>