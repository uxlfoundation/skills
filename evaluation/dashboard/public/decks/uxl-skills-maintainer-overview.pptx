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f5a18724464c96" /><Relationship Type="http://schemas.openxmlformats.org/officeDocument/2006/relationships/extended-properties" Target="/docProps/app.xml" Id="R44f32c18cbf34412" /><Relationship Type="http://schemas.openxmlformats.org/officeDocument/2006/relationships/officeDocument" Target="/ppt/presentation.xml" Id="Rea43f55a1f054b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631a5110604ac2"/>
    <p:sldMasterId xmlns:r="http://schemas.openxmlformats.org/officeDocument/2006/relationships" id="2147483665" r:id="R5e987403b540451b"/>
  </p:sldMasterIdLst>
  <p:notesMasterIdLst>
    <p:notesMasterId xmlns:r="http://schemas.openxmlformats.org/officeDocument/2006/relationships" r:id="R01ef55f37da54d8b"/>
  </p:notesMasterIdLst>
  <p:sldIdLst>
    <p:sldId xmlns:r="http://schemas.openxmlformats.org/officeDocument/2006/relationships" id="256" r:id="Re68d2686a3b14e06"/>
    <p:sldId xmlns:r="http://schemas.openxmlformats.org/officeDocument/2006/relationships" id="257" r:id="R410af4e38a3f4272"/>
    <p:sldId xmlns:r="http://schemas.openxmlformats.org/officeDocument/2006/relationships" id="258" r:id="R8b7bb7f2f1b24987"/>
    <p:sldId xmlns:r="http://schemas.openxmlformats.org/officeDocument/2006/relationships" id="259" r:id="Rf617096851fa419c"/>
    <p:sldId xmlns:r="http://schemas.openxmlformats.org/officeDocument/2006/relationships" id="260" r:id="R2a2acc54536e415b"/>
    <p:sldId xmlns:r="http://schemas.openxmlformats.org/officeDocument/2006/relationships" id="261" r:id="R471069a24fa041b9"/>
    <p:sldId xmlns:r="http://schemas.openxmlformats.org/officeDocument/2006/relationships" id="262" r:id="R475edb857d194b17"/>
    <p:sldId xmlns:r="http://schemas.openxmlformats.org/officeDocument/2006/relationships" id="263" r:id="R1100e0964bfd498e"/>
    <p:sldId xmlns:r="http://schemas.openxmlformats.org/officeDocument/2006/relationships" id="264" r:id="R2f4aee29d0f940be"/>
    <p:sldId xmlns:r="http://schemas.openxmlformats.org/officeDocument/2006/relationships" id="265" r:id="Rd7398d8333ef4485"/>
    <p:sldId xmlns:r="http://schemas.openxmlformats.org/officeDocument/2006/relationships" id="266" r:id="R898897460ee54f2a"/>
    <p:sldId xmlns:r="http://schemas.openxmlformats.org/officeDocument/2006/relationships" id="267" r:id="R4e3ceb699e5b4d8c"/>
    <p:sldId xmlns:r="http://schemas.openxmlformats.org/officeDocument/2006/relationships" id="268" r:id="Re13f81e7dfc54f7a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51077013f44764" /><Relationship Type="http://schemas.openxmlformats.org/officeDocument/2006/relationships/slideMaster" Target="/ppt/slideMasters/slideMaster1.xml" Id="R26631a5110604ac2" /><Relationship Type="http://schemas.openxmlformats.org/officeDocument/2006/relationships/slideMaster" Target="/ppt/slideMasters/slideMaster2.xml" Id="R5e987403b540451b" /><Relationship Type="http://schemas.openxmlformats.org/officeDocument/2006/relationships/notesMaster" Target="/ppt/notesMasters/notesMaster1.xml" Id="R01ef55f37da54d8b" /><Relationship Type="http://schemas.openxmlformats.org/officeDocument/2006/relationships/presProps" Target="/ppt/presProps.xml" Id="R24ff4c8567e74604" /><Relationship Type="http://schemas.openxmlformats.org/officeDocument/2006/relationships/viewProps" Target="/ppt/viewProps.xml" Id="R879ece9a48b94e8c" /><Relationship Type="http://schemas.openxmlformats.org/officeDocument/2006/relationships/tableStyles" Target="/ppt/tableStyles.xml" Id="R1b925b397635468d" /><Relationship Type="http://schemas.microsoft.com/office/2018/10/relationships/authors" Target="/ppt/authors.xml" Id="Rccac3ee57708425b" /><Relationship Type="http://schemas.openxmlformats.org/officeDocument/2006/relationships/slide" Target="/ppt/slides/slide1.xml" Id="Re68d2686a3b14e06" /><Relationship Type="http://schemas.openxmlformats.org/officeDocument/2006/relationships/slide" Target="/ppt/slides/slide2.xml" Id="R410af4e38a3f4272" /><Relationship Type="http://schemas.openxmlformats.org/officeDocument/2006/relationships/slide" Target="/ppt/slides/slide3.xml" Id="R8b7bb7f2f1b24987" /><Relationship Type="http://schemas.openxmlformats.org/officeDocument/2006/relationships/slide" Target="/ppt/slides/slide4.xml" Id="Rf617096851fa419c" /><Relationship Type="http://schemas.openxmlformats.org/officeDocument/2006/relationships/slide" Target="/ppt/slides/slide5.xml" Id="R2a2acc54536e415b" /><Relationship Type="http://schemas.openxmlformats.org/officeDocument/2006/relationships/slide" Target="/ppt/slides/slide6.xml" Id="R471069a24fa041b9" /><Relationship Type="http://schemas.openxmlformats.org/officeDocument/2006/relationships/slide" Target="/ppt/slides/slide7.xml" Id="R475edb857d194b17" /><Relationship Type="http://schemas.openxmlformats.org/officeDocument/2006/relationships/slide" Target="/ppt/slides/slide8.xml" Id="R1100e0964bfd498e" /><Relationship Type="http://schemas.openxmlformats.org/officeDocument/2006/relationships/slide" Target="/ppt/slides/slide9.xml" Id="R2f4aee29d0f940be" /><Relationship Type="http://schemas.openxmlformats.org/officeDocument/2006/relationships/slide" Target="/ppt/slides/slide10.xml" Id="Rd7398d8333ef4485" /><Relationship Type="http://schemas.openxmlformats.org/officeDocument/2006/relationships/slide" Target="/ppt/slides/slide11.xml" Id="R898897460ee54f2a" /><Relationship Type="http://schemas.openxmlformats.org/officeDocument/2006/relationships/slide" Target="/ppt/slides/slide12.xml" Id="R4e3ceb699e5b4d8c" /><Relationship Type="http://schemas.openxmlformats.org/officeDocument/2006/relationships/slide" Target="/ppt/slides/slide13.xml" Id="Re13f81e7dfc54f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8858e081535346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423b0fee7547d2" /><Relationship Type="http://schemas.openxmlformats.org/officeDocument/2006/relationships/notesMaster" Target="/ppt/notesMasters/notesMaster1.xml" Id="Re355b117eb8943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c3a345e7b447e1" /><Relationship Type="http://schemas.openxmlformats.org/officeDocument/2006/relationships/notesMaster" Target="/ppt/notesMasters/notesMaster1.xml" Id="R9dba8a62d5264d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6c0fd27f314ef2" /><Relationship Type="http://schemas.openxmlformats.org/officeDocument/2006/relationships/notesMaster" Target="/ppt/notesMasters/notesMaster1.xml" Id="R478e179a8d664d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d5c5caa45944a4" /><Relationship Type="http://schemas.openxmlformats.org/officeDocument/2006/relationships/notesMaster" Target="/ppt/notesMasters/notesMaster1.xml" Id="R04549722fcc64e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65eed600a44fd3" /><Relationship Type="http://schemas.openxmlformats.org/officeDocument/2006/relationships/notesMaster" Target="/ppt/notesMasters/notesMaster1.xml" Id="Ra3a13113630c44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5afb03af45437f" /><Relationship Type="http://schemas.openxmlformats.org/officeDocument/2006/relationships/notesMaster" Target="/ppt/notesMasters/notesMaster1.xml" Id="R096c91b7e7f345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e134e9b2044c29" /><Relationship Type="http://schemas.openxmlformats.org/officeDocument/2006/relationships/notesMaster" Target="/ppt/notesMasters/notesMaster1.xml" Id="Re8d494090e1844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93617f6abd42ff" /><Relationship Type="http://schemas.openxmlformats.org/officeDocument/2006/relationships/notesMaster" Target="/ppt/notesMasters/notesMaster1.xml" Id="R984373f7298f4ca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fbcc4c65ff44b4" /><Relationship Type="http://schemas.openxmlformats.org/officeDocument/2006/relationships/notesMaster" Target="/ppt/notesMasters/notesMaster1.xml" Id="Reeaa46f4ec0749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82c2d272324676" /><Relationship Type="http://schemas.openxmlformats.org/officeDocument/2006/relationships/notesMaster" Target="/ppt/notesMasters/notesMaster1.xml" Id="Rab5340af0b7549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638d90f574473d" /><Relationship Type="http://schemas.openxmlformats.org/officeDocument/2006/relationships/notesMaster" Target="/ppt/notesMasters/notesMaster1.xml" Id="Re0ef36dd7ab64b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61e0ecd4a84454" /><Relationship Type="http://schemas.openxmlformats.org/officeDocument/2006/relationships/notesMaster" Target="/ppt/notesMasters/notesMaster1.xml" Id="R8ff43bd2886a4a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b32ce0bb62f4c8f" /><Relationship Type="http://schemas.openxmlformats.org/officeDocument/2006/relationships/notesMaster" Target="/ppt/notesMasters/notesMaster1.xml" Id="Ra5c3e97d518642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Frame the UXL Skills Evaluator for project maintainers and working-group leads.</a:t>
            </a:r>
          </a:p>
          <a:p xmlns:a="http://schemas.openxmlformats.org/drawingml/2006/main">
            <a:r>
              <a:t>Explain: It is an incubating, open project that pairs maintainable agent guidance with reproducible evaluations and a public health dashboard.</a:t>
            </a:r>
          </a:p>
          <a:p xmlns:a="http://schemas.openxmlformats.org/drawingml/2006/main">
            <a:r>
              <a:t>Emphasize: The deck explains what exists now and how maintainers can shape it; it is not a claim that the current drafts are project-approved.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Give a factual snapshot of the current catalog and evaluation inventory.</a:t>
            </a:r>
          </a:p>
          <a:p xmlns:a="http://schemas.openxmlformats.org/drawingml/2006/main">
            <a:r>
              <a:t>Explain: There are eight skills, 52 defined tasks, 41 implemented tasks, a public dashboard, Harbor-based execution, and a portable target-lane contract.</a:t>
            </a:r>
          </a:p>
          <a:p xmlns:a="http://schemas.openxmlformats.org/drawingml/2006/main">
            <a:r>
              <a:t>Emphasize: These numbers describe inventory and maturity, not an aggregate pass rate or quality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Orient the audience to the catalog structure.</a:t>
            </a:r>
          </a:p>
          <a:p xmlns:a="http://schemas.openxmlformats.org/drawingml/2006/main">
            <a:r>
              <a:t>Explain: Six skills are specific to oneAPI library projects and two cover shared SYCL troubleshooting and performance-validation practices.</a:t>
            </a:r>
          </a:p>
          <a:p xmlns:a="http://schemas.openxmlformats.org/drawingml/2006/main">
            <a:r>
              <a:t>Emphasize: Each catalog card links to the skill, its sources, its task inventory, current evidence, and a maintainer briefing.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Explain the software architecture from source material to public evidence.</a:t>
            </a:r>
          </a:p>
          <a:p xmlns:a="http://schemas.openxmlformats.org/drawingml/2006/main">
            <a:r>
              <a:t>Explain: Maintainer-owned docs inform a versioned skill; Harbor runs task cells through hosted or qualified target lanes; artifacts feed the static dashboard.</a:t>
            </a:r>
          </a:p>
          <a:p xmlns:a="http://schemas.openxmlformats.org/drawingml/2006/main">
            <a:r>
              <a:t>Emphasize: A specialized machine changes the execution adapter and environment evidence, not the task or verification contract.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Show what a manager can learn from the dashboard's top-level view.</a:t>
            </a:r>
          </a:p>
          <a:p xmlns:a="http://schemas.openxmlformats.org/drawingml/2006/main">
            <a:r>
              <a:t>Explain: The overview highlights maturity, coverage, freshness, ownership, platform evidence, and visible gaps across the catalog.</a:t>
            </a:r>
          </a:p>
          <a:p xmlns:a="http://schemas.openxmlformats.org/drawingml/2006/main">
            <a:r>
              <a:t>Emphasize: Health is intentionally multidimensional; the dashboard avoids compressing unlike environments into one universal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Demonstrate how maintainers drill from a skill card into evaluation details.</a:t>
            </a:r>
          </a:p>
          <a:p xmlns:a="http://schemas.openxmlformats.org/drawingml/2006/main">
            <a:r>
              <a:t>Explain: The skill and evaluation views expose triggers, guidance, tasks, verifiers, treatments, results, artifacts, and known limitations.</a:t>
            </a:r>
          </a:p>
          <a:p xmlns:a="http://schemas.openxmlformats.org/drawingml/2006/main">
            <a:r>
              <a:t>Emphasize: The dashboard is a navigation and evidence layer over repository data, so every claim remains reviewable in GitHub.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State the guiding evaluation philosophy.</a:t>
            </a:r>
          </a:p>
          <a:p xmlns:a="http://schemas.openxmlformats.org/drawingml/2006/main">
            <a:r>
              <a:t>Explain: Verify correctness and task completion first, test claims separately, preserve provenance, and keep smoke coverage distinct from discriminating evidence.</a:t>
            </a:r>
          </a:p>
          <a:p xmlns:a="http://schemas.openxmlformats.org/drawingml/2006/main">
            <a:r>
              <a:t>Emphasize: Passing an environment qualification or a task does not by itself prove that a skill improved an agent's behavior.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Explain how comparisons remain meaningful across changing models and tools.</a:t>
            </a:r>
          </a:p>
          <a:p xmlns:a="http://schemas.openxmlformats.org/drawingml/2006/main">
            <a:r>
              <a:t>Explain: A matched evaluation cell fixes the task, model, harness, toolchain, software, environment, and verifier; only the skill treatment changes.</a:t>
            </a:r>
          </a:p>
          <a:p xmlns:a="http://schemas.openxmlformats.org/drawingml/2006/main">
            <a:r>
              <a:t>Emphasize: Results from incompatible cells are reported side by side rather than pooled into a universal benchmark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Address expected questions about model, harness, and version coverage.</a:t>
            </a:r>
          </a:p>
          <a:p xmlns:a="http://schemas.openxmlformats.org/drawingml/2006/main">
            <a:r>
              <a:t>Explain: The project uses representative risk-based cells, publishes untested gaps, re-runs affected cells after material changes, and uses hidden checks and negative controls to limit overfitting.</a:t>
            </a:r>
          </a:p>
          <a:p xmlns:a="http://schemas.openxmlformats.org/drawingml/2006/main">
            <a:r>
              <a:t>Emphasize: When every treatment passes, the task remains smoke coverage and supports no claim of skill lift.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Describe the hardware-neutral execution model.</a:t>
            </a:r>
          </a:p>
          <a:p xmlns:a="http://schemas.openxmlformats.org/drawingml/2006/main">
            <a:r>
              <a:t>Explain: GitHub-hosted runners handle portable work; qualified machines add GPUs, multi-node systems, or other specialized targets through the same task and artifact contract.</a:t>
            </a:r>
          </a:p>
          <a:p xmlns:a="http://schemas.openxmlformats.org/drawingml/2006/main">
            <a:r>
              <a:t>Emphasize: No hardware vendor receives priority from the dashboard, and qualification is separate from matched skill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Make the ongoing maintainer workflow concrete.</a:t>
            </a:r>
          </a:p>
          <a:p xmlns:a="http://schemas.openxmlformats.org/drawingml/2006/main">
            <a:r>
              <a:t>Explain: A typical change updates guidance or sources, adds or revises a task, runs validation, reviews evidence, and lands through a normal pull request.</a:t>
            </a:r>
          </a:p>
          <a:p xmlns:a="http://schemas.openxmlformats.org/drawingml/2006/main">
            <a:r>
              <a:t>Emphasize: The intended maintenance burden is small and periodic, with automation handling catalog checks and dashboard publication.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Clarify which responsibilities stay with projects and which stay with UXL infrastructure.</a:t>
            </a:r>
          </a:p>
          <a:p xmlns:a="http://schemas.openxmlformats.org/drawingml/2006/main">
            <a:r>
              <a:t>Explain: Project maintainers own technical truth, triggers, limitations, and authentic cases; UXL owns schemas, validators, Harbor integration, comparison discipline, and presentation of evidence.</a:t>
            </a:r>
          </a:p>
          <a:p xmlns:a="http://schemas.openxmlformats.org/drawingml/2006/main">
            <a:r>
              <a:t>Emphasize: Named project ownership is required before an incubating skill can be treated as maintained guidance.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</a:t>
            </a:r>
          </a:p>
          <a:p xmlns:a="http://schemas.openxmlformats.org/drawingml/2006/main">
            <a:r>
              <a:t>- https://uxlfoundation.github.io/skills/</a:t>
            </a:r>
          </a:p>
          <a:p xmlns:a="http://schemas.openxmlformats.org/drawingml/2006/main">
            <a:r>
              <a:t>- https://github.com/uxlfoundation/skills/blob/main/skills.yaml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guidance</a:t>
            </a:r>
          </a:p>
          <a:p xmlns:a="http://schemas.openxmlformats.org/drawingml/2006/main">
            <a:r>
              <a:t>Purpose: Close with the smallest useful maintainer commitment.</a:t>
            </a:r>
          </a:p>
          <a:p xmlns:a="http://schemas.openxmlformats.org/drawingml/2006/main">
            <a:r>
              <a:t>Explain: Ask each project to correct its draft skill, validate or replace its task inventory, and identify a reviewer or owner for future changes.</a:t>
            </a:r>
          </a:p>
          <a:p xmlns:a="http://schemas.openxmlformats.org/drawingml/2006/main">
            <a:r>
              <a:t>Emphasize: A concrete correction or realistic issue is more valuable at this stage than broad approval of the whole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eef12088fa4dfd" /><Relationship Type="http://schemas.openxmlformats.org/officeDocument/2006/relationships/image" Target="/ppt/media/image2.png" Id="Rbc4335f8ba014eff" /><Relationship Type="http://schemas.openxmlformats.org/officeDocument/2006/relationships/image" Target="/ppt/media/image3.png" Id="R8fd3c13efd7e4b2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06983980049c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ad921e834443c" /><Relationship Type="http://schemas.openxmlformats.org/officeDocument/2006/relationships/image" Target="/ppt/media/image4.png" Id="Rd16b33908d9c4ddf" /><Relationship Type="http://schemas.openxmlformats.org/officeDocument/2006/relationships/image" Target="/ppt/media/image.png" Id="R9ed5f2104a4146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e27c538dc247d3" /><Relationship Type="http://schemas.openxmlformats.org/officeDocument/2006/relationships/image" Target="/ppt/media/image5.png" Id="R439042e51ebd4600" /><Relationship Type="http://schemas.openxmlformats.org/officeDocument/2006/relationships/image" Target="/ppt/media/image.png" Id="R8068d701800c45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9fb53748544e94" /><Relationship Type="http://schemas.openxmlformats.org/officeDocument/2006/relationships/image" Target="/ppt/media/image6.png" Id="Ra5d2f23cd4064266" /><Relationship Type="http://schemas.openxmlformats.org/officeDocument/2006/relationships/image" Target="/ppt/media/image.png" Id="Rcc4caee35fa14e8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55cc560dc4d2f" /><Relationship Type="http://schemas.openxmlformats.org/officeDocument/2006/relationships/image" Target="/ppt/media/image3.png" Id="R7839a01b43b64de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51fb4f24c14e2f" /><Relationship Type="http://schemas.openxmlformats.org/officeDocument/2006/relationships/image" Target="/ppt/media/image7.png" Id="Rc1c26d0315e14eab" /><Relationship Type="http://schemas.openxmlformats.org/officeDocument/2006/relationships/image" Target="/ppt/media/image8.png" Id="R48a2c859cad4455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e4487563f5443c" /><Relationship Type="http://schemas.openxmlformats.org/officeDocument/2006/relationships/image" Target="/ppt/media/image9.png" Id="R73b8fa78c8a9429f" /><Relationship Type="http://schemas.openxmlformats.org/officeDocument/2006/relationships/image" Target="/ppt/media/image3.png" Id="R2dfa46cff5d9401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0d48e2552943a8" /><Relationship Type="http://schemas.openxmlformats.org/officeDocument/2006/relationships/image" Target="/ppt/media/image10.png" Id="R9ca7cca064d545cb" /><Relationship Type="http://schemas.openxmlformats.org/officeDocument/2006/relationships/image" Target="/ppt/media/image.png" Id="Raf2f60684a46490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3cfaca6ad2426a" /><Relationship Type="http://schemas.openxmlformats.org/officeDocument/2006/relationships/image" Target="/ppt/media/image11.png" Id="R71ffa13f9b7342f2" /><Relationship Type="http://schemas.openxmlformats.org/officeDocument/2006/relationships/image" Target="/ppt/media/image3.png" Id="R7d2c1878496e478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60d19fd82744bb" /><Relationship Type="http://schemas.openxmlformats.org/officeDocument/2006/relationships/image" Target="/ppt/media/image3.png" Id="R705afc00db28405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a5ad40369147d5" /><Relationship Type="http://schemas.openxmlformats.org/officeDocument/2006/relationships/image" Target="/ppt/media/image12.png" Id="Rdbc63df2f4ae4f13" /><Relationship Type="http://schemas.openxmlformats.org/officeDocument/2006/relationships/image" Target="/ppt/media/image.png" Id="R40f8b8df7ad5464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90ec25bffe48d2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68e111fa334c9c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a89d77dbbf47b1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967cc5f29d467c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c0ee538a052492b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d2de5042f4045e0" /><Relationship Type="http://schemas.openxmlformats.org/officeDocument/2006/relationships/image" Target="/ppt/media/image8.png" Id="R84fe461d062147c4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2aea8f3fb3c48db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42cbdf6d4904bd2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e5183bf4fae4aef" /><Relationship Type="http://schemas.openxmlformats.org/officeDocument/2006/relationships/image" Target="/ppt/media/image13.png" Id="R1acd2b8df81a4f02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6896b0dffaf4072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a8e80d197544be6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600b3881ec84ea9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cd44d528dd14171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a67296eb76d455d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72d0f4f768d4d9c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12f02c38aeb4c56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8b9298b04fc467c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bc4335f8ba014ef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d3c13efd7e4b2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d16b33908d9c4dd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d5f2104a41463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439042e51ebd460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68d701800c45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a5d2f23cd406426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4caee35fa14e8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39a01b43b64de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c1c26d0315e14eab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a2c859cad445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73b8fa78c8a9429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fa46cff5d9401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9ca7cca064d545cb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2f60684a46490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71ffa13f9b7342f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2c1878496e478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5afc00db28405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dbc63df2f4ae4f13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f8b8df7ad5464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fe461d062147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cd2b8df81a4f0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8ccd8cc6294828" /><Relationship Type="http://schemas.openxmlformats.org/officeDocument/2006/relationships/slideLayout" Target="/ppt/slideLayouts/slideLayout1.xml" Id="R17abb8ea66794544" /><Relationship Type="http://schemas.openxmlformats.org/officeDocument/2006/relationships/slideLayout" Target="/ppt/slideLayouts/slideLayout2.xml" Id="R20356903fb7e4b24" /><Relationship Type="http://schemas.openxmlformats.org/officeDocument/2006/relationships/slideLayout" Target="/ppt/slideLayouts/slideLayout3.xml" Id="R5ddb224287734f0e" /><Relationship Type="http://schemas.openxmlformats.org/officeDocument/2006/relationships/slideLayout" Target="/ppt/slideLayouts/slideLayout4.xml" Id="R2bf7b0ea0ad84c04" /><Relationship Type="http://schemas.openxmlformats.org/officeDocument/2006/relationships/slideLayout" Target="/ppt/slideLayouts/slideLayout5.xml" Id="R402b2159696b4bbb" /><Relationship Type="http://schemas.openxmlformats.org/officeDocument/2006/relationships/slideLayout" Target="/ppt/slideLayouts/slideLayout6.xml" Id="R9f4423ea13f94bc7" /><Relationship Type="http://schemas.openxmlformats.org/officeDocument/2006/relationships/slideLayout" Target="/ppt/slideLayouts/slideLayout7.xml" Id="Rfa73453248b14e0b" /><Relationship Type="http://schemas.openxmlformats.org/officeDocument/2006/relationships/slideLayout" Target="/ppt/slideLayouts/slideLayout8.xml" Id="Rd7593a5e32fb4a30" /><Relationship Type="http://schemas.openxmlformats.org/officeDocument/2006/relationships/slideLayout" Target="/ppt/slideLayouts/slideLayout9.xml" Id="Ra37b5cc3885848d0" /><Relationship Type="http://schemas.openxmlformats.org/officeDocument/2006/relationships/slideLayout" Target="/ppt/slideLayouts/slideLayout10.xml" Id="R0b8a38dc6d2e4cca" /><Relationship Type="http://schemas.openxmlformats.org/officeDocument/2006/relationships/slideLayout" Target="/ppt/slideLayouts/slideLayout11.xml" Id="Rd91af94e57ff467f" /><Relationship Type="http://schemas.openxmlformats.org/officeDocument/2006/relationships/slideLayout" Target="/ppt/slideLayouts/slideLayout12.xml" Id="Ra3861d8fd867422a" /><Relationship Type="http://schemas.openxmlformats.org/officeDocument/2006/relationships/slideLayout" Target="/ppt/slideLayouts/slideLayout13.xml" Id="R6d0cce95073e47b6" /><Relationship Type="http://schemas.openxmlformats.org/officeDocument/2006/relationships/slideLayout" Target="/ppt/slideLayouts/slideLayout14.xml" Id="R63f36adc71f14636" /><Relationship Type="http://schemas.openxmlformats.org/officeDocument/2006/relationships/slideLayout" Target="/ppt/slideLayouts/slideLayout15.xml" Id="R774be49b7abf4733" /><Relationship Type="http://schemas.openxmlformats.org/officeDocument/2006/relationships/slideLayout" Target="/ppt/slideLayouts/slideLayout16.xml" Id="R9cf0b83439b6449d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2bcb83a2e8214e4c" /><Relationship Type="http://schemas.openxmlformats.org/officeDocument/2006/relationships/theme" Target="/ppt/slideMasters/theme/theme3.xml" Id="R8525a9afdfd44416" /><Relationship Type="http://schemas.openxmlformats.org/officeDocument/2006/relationships/slideLayout" Target="/ppt/slideLayouts/slideLayout17.xml" Id="Rf24dbd4f5fd24783" /><Relationship Type="http://schemas.openxmlformats.org/officeDocument/2006/relationships/slideLayout" Target="/ppt/slideLayouts/slideLayout18.xml" Id="R861dc3cb110b48bf" /><Relationship Type="http://schemas.openxmlformats.org/officeDocument/2006/relationships/slideLayout" Target="/ppt/slideLayouts/slideLayout19.xml" Id="R9b59129bdade45f5" /><Relationship Type="http://schemas.openxmlformats.org/officeDocument/2006/relationships/slideLayout" Target="/ppt/slideLayouts/slideLayout20.xml" Id="R87c52f6fbeec46e3" /><Relationship Type="http://schemas.openxmlformats.org/officeDocument/2006/relationships/slideLayout" Target="/ppt/slideLayouts/slideLayout21.xml" Id="R5735fcac791f487a" /><Relationship Type="http://schemas.openxmlformats.org/officeDocument/2006/relationships/slideLayout" Target="/ppt/slideLayouts/slideLayout22.xml" Id="R41a5c45be7d84f91" /><Relationship Type="http://schemas.openxmlformats.org/officeDocument/2006/relationships/slideLayout" Target="/ppt/slideLayouts/slideLayout23.xml" Id="R82c9ec545124407e" /><Relationship Type="http://schemas.openxmlformats.org/officeDocument/2006/relationships/slideLayout" Target="/ppt/slideLayouts/slideLayout24.xml" Id="R540a4fc3bf1547e1" /><Relationship Type="http://schemas.openxmlformats.org/officeDocument/2006/relationships/slideLayout" Target="/ppt/slideLayouts/slideLayout25.xml" Id="Rf104f111a57a4e00" /><Relationship Type="http://schemas.openxmlformats.org/officeDocument/2006/relationships/slideLayout" Target="/ppt/slideLayouts/slideLayout26.xml" Id="R8de3c0e9faa44c6d" /><Relationship Type="http://schemas.openxmlformats.org/officeDocument/2006/relationships/slideLayout" Target="/ppt/slideLayouts/slideLayout27.xml" Id="Rcf39b738394a48d4" /><Relationship Type="http://schemas.openxmlformats.org/officeDocument/2006/relationships/slideLayout" Target="/ppt/slideLayouts/slideLayout28.xml" Id="R1f13aae9d46247e0" /><Relationship Type="http://schemas.openxmlformats.org/officeDocument/2006/relationships/slideLayout" Target="/ppt/slideLayouts/slideLayout29.xml" Id="R952cf4633b52490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abb8ea66794544"/>
    <p:sldLayoutId xmlns:r="http://schemas.openxmlformats.org/officeDocument/2006/relationships" id="2147483650" r:id="R20356903fb7e4b24"/>
    <p:sldLayoutId xmlns:r="http://schemas.openxmlformats.org/officeDocument/2006/relationships" id="2147483651" r:id="R5ddb224287734f0e"/>
    <p:sldLayoutId xmlns:r="http://schemas.openxmlformats.org/officeDocument/2006/relationships" id="2147483652" r:id="R2bf7b0ea0ad84c04"/>
    <p:sldLayoutId xmlns:r="http://schemas.openxmlformats.org/officeDocument/2006/relationships" id="2147483653" r:id="R402b2159696b4bbb"/>
    <p:sldLayoutId xmlns:r="http://schemas.openxmlformats.org/officeDocument/2006/relationships" id="2147483654" r:id="R9f4423ea13f94bc7"/>
    <p:sldLayoutId xmlns:r="http://schemas.openxmlformats.org/officeDocument/2006/relationships" id="2147483655" r:id="Rfa73453248b14e0b"/>
    <p:sldLayoutId xmlns:r="http://schemas.openxmlformats.org/officeDocument/2006/relationships" id="2147483656" r:id="Rd7593a5e32fb4a30"/>
    <p:sldLayoutId xmlns:r="http://schemas.openxmlformats.org/officeDocument/2006/relationships" id="2147483657" r:id="Ra37b5cc3885848d0"/>
    <p:sldLayoutId xmlns:r="http://schemas.openxmlformats.org/officeDocument/2006/relationships" id="2147483658" r:id="R0b8a38dc6d2e4cca"/>
    <p:sldLayoutId xmlns:r="http://schemas.openxmlformats.org/officeDocument/2006/relationships" id="2147483659" r:id="Rd91af94e57ff467f"/>
    <p:sldLayoutId xmlns:r="http://schemas.openxmlformats.org/officeDocument/2006/relationships" id="2147483660" r:id="Ra3861d8fd867422a"/>
    <p:sldLayoutId xmlns:r="http://schemas.openxmlformats.org/officeDocument/2006/relationships" id="2147483661" r:id="R6d0cce95073e47b6"/>
    <p:sldLayoutId xmlns:r="http://schemas.openxmlformats.org/officeDocument/2006/relationships" id="2147483662" r:id="R63f36adc71f14636"/>
    <p:sldLayoutId xmlns:r="http://schemas.openxmlformats.org/officeDocument/2006/relationships" id="2147483663" r:id="R774be49b7abf4733"/>
    <p:sldLayoutId xmlns:r="http://schemas.openxmlformats.org/officeDocument/2006/relationships" id="2147483664" r:id="R9cf0b83439b6449d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cb83a2e8214e4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f24dbd4f5fd24783"/>
    <p:sldLayoutId xmlns:r="http://schemas.openxmlformats.org/officeDocument/2006/relationships" id="2147483667" r:id="R861dc3cb110b48bf"/>
    <p:sldLayoutId xmlns:r="http://schemas.openxmlformats.org/officeDocument/2006/relationships" id="2147483668" r:id="R9b59129bdade45f5"/>
    <p:sldLayoutId xmlns:r="http://schemas.openxmlformats.org/officeDocument/2006/relationships" id="2147483669" r:id="R87c52f6fbeec46e3"/>
    <p:sldLayoutId xmlns:r="http://schemas.openxmlformats.org/officeDocument/2006/relationships" id="2147483670" r:id="R5735fcac791f487a"/>
    <p:sldLayoutId xmlns:r="http://schemas.openxmlformats.org/officeDocument/2006/relationships" id="2147483671" r:id="R41a5c45be7d84f91"/>
    <p:sldLayoutId xmlns:r="http://schemas.openxmlformats.org/officeDocument/2006/relationships" id="2147483672" r:id="R82c9ec545124407e"/>
    <p:sldLayoutId xmlns:r="http://schemas.openxmlformats.org/officeDocument/2006/relationships" id="2147483673" r:id="R540a4fc3bf1547e1"/>
    <p:sldLayoutId xmlns:r="http://schemas.openxmlformats.org/officeDocument/2006/relationships" id="2147483674" r:id="Rf104f111a57a4e00"/>
    <p:sldLayoutId xmlns:r="http://schemas.openxmlformats.org/officeDocument/2006/relationships" id="2147483675" r:id="R8de3c0e9faa44c6d"/>
    <p:sldLayoutId xmlns:r="http://schemas.openxmlformats.org/officeDocument/2006/relationships" id="2147483676" r:id="Rcf39b738394a48d4"/>
    <p:sldLayoutId xmlns:r="http://schemas.openxmlformats.org/officeDocument/2006/relationships" id="2147483677" r:id="R1f13aae9d46247e0"/>
    <p:sldLayoutId xmlns:r="http://schemas.openxmlformats.org/officeDocument/2006/relationships" id="2147483678" r:id="R952cf4633b524905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743db8a9e3742b0" /><Relationship Type="http://schemas.openxmlformats.org/officeDocument/2006/relationships/notesSlide" Target="/ppt/notesSlides/notesSlide1.xml" Id="Rd224396e2c1d42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390cfb8e9884171" /><Relationship Type="http://schemas.openxmlformats.org/officeDocument/2006/relationships/notesSlide" Target="/ppt/notesSlides/notesSlide2.xml" Id="Rc8be8222ae8d40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263727bf4814d79" /><Relationship Type="http://schemas.openxmlformats.org/officeDocument/2006/relationships/notesSlide" Target="/ppt/notesSlides/notesSlide3.xml" Id="R25ed36ee54d148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41234c5a88643c3" /><Relationship Type="http://schemas.openxmlformats.org/officeDocument/2006/relationships/notesSlide" Target="/ppt/notesSlides/notesSlide4.xml" Id="R91b8b4ea851d48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0ce8aec06af4852" /><Relationship Type="http://schemas.openxmlformats.org/officeDocument/2006/relationships/image" Target="/ppt/media/image14.png" Id="R19d557c00ca84418" /><Relationship Type="http://schemas.openxmlformats.org/officeDocument/2006/relationships/notesSlide" Target="/ppt/notesSlides/notesSlide5.xml" Id="R585d46aa47424f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6e14bfdc1f741a2" /><Relationship Type="http://schemas.openxmlformats.org/officeDocument/2006/relationships/image" Target="/ppt/media/image15.png" Id="R6e33b4d11974418f" /><Relationship Type="http://schemas.openxmlformats.org/officeDocument/2006/relationships/image" Target="/ppt/media/image16.png" Id="R6019d45178724871" /><Relationship Type="http://schemas.openxmlformats.org/officeDocument/2006/relationships/notesSlide" Target="/ppt/notesSlides/notesSlide6.xml" Id="R39acf3abe9cd4a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d497bda25f2a4c3e" /><Relationship Type="http://schemas.openxmlformats.org/officeDocument/2006/relationships/image" Target="/ppt/media/image17.png" Id="Rf939da21bd2a4f73" /><Relationship Type="http://schemas.openxmlformats.org/officeDocument/2006/relationships/notesSlide" Target="/ppt/notesSlides/notesSlide7.xml" Id="R3cc0fc90e7164f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851373475904c6e" /><Relationship Type="http://schemas.openxmlformats.org/officeDocument/2006/relationships/notesSlide" Target="/ppt/notesSlides/notesSlide8.xml" Id="R76f142841e5240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c0b5ffe6359d41d3" /><Relationship Type="http://schemas.openxmlformats.org/officeDocument/2006/relationships/notesSlide" Target="/ppt/notesSlides/notesSlide9.xml" Id="Rd75bc1c9043f4f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3fac4788f3a4c13" /><Relationship Type="http://schemas.openxmlformats.org/officeDocument/2006/relationships/image" Target="/ppt/media/image18.png" Id="Rbd8e28afd13c4616" /><Relationship Type="http://schemas.openxmlformats.org/officeDocument/2006/relationships/notesSlide" Target="/ppt/notesSlides/notesSlide10.xml" Id="R41f3f26951bb41a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04ca9262d044b5b" /><Relationship Type="http://schemas.openxmlformats.org/officeDocument/2006/relationships/notesSlide" Target="/ppt/notesSlides/notesSlide11.xml" Id="R3a6b2b448f0c46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529142f299a4f6e" /><Relationship Type="http://schemas.openxmlformats.org/officeDocument/2006/relationships/notesSlide" Target="/ppt/notesSlides/notesSlide12.xml" Id="Rb68910d81fb548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09d5699d3484583" /><Relationship Type="http://schemas.openxmlformats.org/officeDocument/2006/relationships/notesSlide" Target="/ppt/notesSlides/notesSlide13.xml" Id="R762749a0bb57437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FOUNDATION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UXL Skills Evaluator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Project-maintained operational knowledge for coding agents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Maintainer overview ·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exists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8 skills</a:t>
            </a:r>
            <a:r>
              <a:rPr sz="1913">
                <a:solidFill>
                  <a:srgbClr val="000000"/>
                </a:solidFill>
              </a:rPr>
              <a:t> — Six library portfolios plus shared SYCL build/debug and performance-validation guidance.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52 scoped evaluation tasks</a:t>
            </a:r>
            <a:r>
              <a:rPr sz="1913">
                <a:solidFill>
                  <a:srgbClr val="000000"/>
                </a:solidFill>
              </a:rPr>
              <a:t> — 41 implemented and 11 left visible as planned gaps; this is inventory, not a pass-rate claim.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 public control room</a:t>
            </a:r>
            <a:r>
              <a:rPr sz="1913">
                <a:solidFill>
                  <a:srgbClr val="000000"/>
                </a:solidFill>
              </a:rPr>
              <a:t> — Skills, evaluations, platforms, methodology, maturity, source freshness, and ownership status.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 portable execution model</a:t>
            </a:r>
            <a:r>
              <a:rPr sz="1913">
                <a:solidFill>
                  <a:srgbClr val="000000"/>
                </a:solidFill>
              </a:rPr>
              <a:t> — GitHub-hosted checks by default; opt-in specialized machines only when a task contract requires them.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current skill catalog — at a glance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oneDNN</a:t>
            </a:r>
            <a:r>
              <a:rPr sz="1913">
                <a:solidFill>
                  <a:srgbClr val="000000"/>
                </a:solidFill>
              </a:rPr>
              <a:t> — Primitives, layouts/reorders, fusion, numerics, benchdnn.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oneMath</a:t>
            </a:r>
            <a:r>
              <a:rPr sz="1913">
                <a:solidFill>
                  <a:srgbClr val="000000"/>
                </a:solidFill>
              </a:rPr>
              <a:t> — Domains, dispatch modes, queues, backends, linking.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oneDAL</a:t>
            </a:r>
            <a:r>
              <a:rPr sz="1913">
                <a:solidFill>
                  <a:srgbClr val="000000"/>
                </a:solidFill>
              </a:rPr>
              <a:t> — Python/native paths, modes, tables, metric parity, conversion cost.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oneTBB</a:t>
            </a:r>
            <a:r>
              <a:rPr sz="1913">
                <a:solidFill>
                  <a:srgbClr val="000000"/>
                </a:solidFill>
              </a:rPr>
              <a:t> — Patterns, shared state, flow graphs, arenas, grainsize/affinity.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oneDPL</a:t>
            </a:r>
            <a:r>
              <a:rPr sz="1913">
                <a:solidFill>
                  <a:srgbClr val="000000"/>
                </a:solidFill>
              </a:rPr>
              <a:t> — Host/device policies, iterators, lifetime, synchronization, ordering.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oneCCL</a:t>
            </a:r>
            <a:r>
              <a:rPr sz="1913">
                <a:solidFill>
                  <a:srgbClr val="000000"/>
                </a:solidFill>
              </a:rPr>
              <a:t> — Collectives, ranks, launch symmetry, waits, plugins, hangs.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Cross-project</a:t>
            </a:r>
            <a:r>
              <a:rPr sz="1913">
                <a:solidFill>
                  <a:srgbClr val="000000"/>
                </a:solidFill>
              </a:rPr>
              <a:t> — SYCL build/runtime triage and correctness-first performance evidence.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Architecture: project knowledge becomes measured evidence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0715E8-4631-43F5-AE46-A6CF6EA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1945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04538-D4C7-4C7B-8E44-2415A17F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1945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7C583A-48D2-4721-8763-6DB1561F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1945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895F3-CF9D-4353-BF0D-28745827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21945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88928-D6B1-4396-A49C-D0A63577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22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Project docs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examples · tests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maintainer incidents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AEB6D-B0DF-43B6-A755-0A0FC46C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Skill guidance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source ledger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prompt evals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605728-2DBB-45FC-A27D-8BCA6561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3C9C6"/>
          </a:solidFill>
          <a:ln xmlns:a="http://schemas.openxmlformats.org/drawingml/2006/main" w="9525">
            <a:solidFill>
              <a:srgbClr val="03C9C6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22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Harbor tasks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instruction · environment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verifier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11962-8F55-4334-BA6A-BDB8C537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GitHub-hosted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or specialized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execution lane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5E73-13AC-41F6-AEA2-2ECC7D1D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7655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22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Evidence +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dashboard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maintainer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BABAE9-BC08-47A0-8EB7-440E345A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083C"/>
                </a:solidFill>
              </a:defRPr>
            </a:pPr>
            <a:r>
              <a:rPr sz="1800" b="1">
                <a:solidFill>
                  <a:srgbClr val="07083C"/>
                </a:solidFill>
              </a:rPr>
              <a:t>One repository carries guidance, task contracts, policy, and the public portfolio 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499496-80F6-4355-BF57-1A0476CC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914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F1BBA"/>
                </a:solidFill>
              </a:defRPr>
            </a:pPr>
            <a:r>
              <a:rPr sz="1650" b="0">
                <a:solidFill>
                  <a:srgbClr val="6F1BBA"/>
                </a:solidFill>
              </a:rPr>
              <a:t>Specialized machines change the environment, not the evidence contract.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public control room answers: are the skills healthy?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d557c00ca84418"/>
          <a:stretch xmlns:a="http://schemas.openxmlformats.org/drawingml/2006/main"/>
        </p:blipFill>
        <p:spPr>
          <a:xfrm xmlns:a="http://schemas.openxmlformats.org/drawingml/2006/main" flipH="0" flipV="0">
            <a:off x="2322187" y="1885950"/>
            <a:ext cx="7547626" cy="42481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Maintainers can drill from portfolio to exact task contracts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3b4d11974418f"/>
          <a:stretch xmlns:a="http://schemas.openxmlformats.org/drawingml/2006/main"/>
        </p:blipFill>
        <p:spPr>
          <a:xfrm xmlns:a="http://schemas.openxmlformats.org/drawingml/2006/main" flipH="0" flipV="0">
            <a:off x="882052" y="2095500"/>
            <a:ext cx="4941495" cy="2781300"/>
          </a:xfrm>
          <a:prstGeom xmlns:a="http://schemas.openxmlformats.org/drawingml/2006/main" prst="round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9d45178724871"/>
          <a:stretch xmlns:a="http://schemas.openxmlformats.org/drawingml/2006/main"/>
        </p:blipFill>
        <p:spPr>
          <a:xfrm xmlns:a="http://schemas.openxmlformats.org/drawingml/2006/main" flipH="0" flipV="0">
            <a:off x="6368452" y="2095500"/>
            <a:ext cx="4941495" cy="2781300"/>
          </a:xfrm>
          <a:prstGeom xmlns:a="http://schemas.openxmlformats.org/drawingml/2006/main" prst="round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538011-2024-454A-A442-F3391407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00625"/>
            <a:ext cx="4667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F75"/>
                </a:solidFill>
              </a:defRPr>
            </a:pPr>
            <a:r>
              <a:rPr sz="1575" b="1">
                <a:solidFill>
                  <a:srgbClr val="1D2F75"/>
                </a:solidFill>
              </a:rPr>
              <a:t>Skills: scope, maturity, sources, limitations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7B5C15-D589-4ED9-B6EF-8C150F54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00625"/>
            <a:ext cx="4667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F75"/>
                </a:solidFill>
              </a:defRPr>
            </a:pPr>
            <a:r>
              <a:rPr sz="1575" b="1">
                <a:solidFill>
                  <a:srgbClr val="1D2F75"/>
                </a:solidFill>
              </a:rPr>
              <a:t>Evaluations: exact tasks, states, environments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methodology is deliberately claim-resistant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9da21bd2a4f73"/>
          <a:stretch xmlns:a="http://schemas.openxmlformats.org/drawingml/2006/main"/>
        </p:blipFill>
        <p:spPr>
          <a:xfrm xmlns:a="http://schemas.openxmlformats.org/drawingml/2006/main" flipH="0" flipV="0">
            <a:off x="2322187" y="1885950"/>
            <a:ext cx="7547626" cy="42481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Every claim lives inside a matched evaluation cell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CE89B-13CA-4A29-83F1-F584BCA2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75E8A-7F96-4DFF-9413-CC53C744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7C78D-4720-4B9A-BBB0-570F4297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8A92DC-7B38-4035-A0DD-C1823E95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40483-DB93-45CB-BDAD-C8015A76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Task + verifier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revision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1264BF-5F10-4A77-AE68-6320313F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928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Agent + harness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model + reasoning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2FB75-2728-4483-9B72-AB47CD36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3C9C6"/>
          </a:solidFill>
          <a:ln xmlns:a="http://schemas.openxmlformats.org/drawingml/2006/main" w="9525">
            <a:solidFill>
              <a:srgbClr val="03C9C6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Image + toolchain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OS + hardware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4886F-FB93-4861-8889-8B26169E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Attempts + timeouts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concurrency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345630-C949-44BD-945A-DC5A734B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57500"/>
            <a:ext cx="1638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528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Matched arms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no skill · previous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candidate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7BF768-23E0-429B-912B-ADCB4EB5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7083C"/>
                </a:solidFill>
              </a:defRPr>
            </a:pPr>
            <a:r>
              <a:rPr sz="1875" b="1">
                <a:solidFill>
                  <a:srgbClr val="07083C"/>
                </a:solidFill>
              </a:rPr>
              <a:t>Inside one cell, change only the skill treatment.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C0C66F-4D8E-45CF-B1F9-BB16A3C6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4767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9412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3" b="0">
                <a:solidFill>
                  <a:srgbClr val="6F1BBA"/>
                </a:solidFill>
              </a:defRPr>
            </a:pPr>
            <a:r>
              <a:rPr sz="1613" b="0">
                <a:solidFill>
                  <a:srgbClr val="6F1BBA"/>
                </a:solidFill>
              </a:rPr>
              <a:t>Repeat across representative cells; report differences. Never average incompatible contexts into a universal score.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Maintainer pushback is expected — and the answer is scoped evidence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Do you test every combination? — No. We publish representative, risk-based cells and the gaps.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changes invalidate evidence? — Re-run affected cells; older results remain history, not current proof.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How do you limit overfitting? — Maintainer incidents, hidden checks, negative controls, multiple tasks, and trajectory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if every arm passes? — Keep it as smoke coverage; claim no lift and seek a harder task.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Does hardware qualification prove skill value? — No. Qualification and matched skill trials are separate gates.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Can scores be pooled? — No universal score; report conclusions within each model, harness, software, and environment cell.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Hardware is a pluggable evidence lane — never the product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10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8e28afd13c4616"/>
          <a:stretch xmlns:a="http://schemas.openxmlformats.org/drawingml/2006/main"/>
        </p:blipFill>
        <p:spPr>
          <a:xfrm xmlns:a="http://schemas.openxmlformats.org/drawingml/2006/main" flipH="0" flipV="0">
            <a:off x="2322187" y="1885950"/>
            <a:ext cx="7547626" cy="42481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ongoing maintainer workflow fits normal GitHub practice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9D77C-4B9D-47B3-8142-5A56338C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5E755-E8AE-449B-AF52-213857E4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F0BDF-C34A-4C94-80D0-B06F4C73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AD538-DED7-4164-B286-2C120FB7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00400"/>
            <a:ext cx="2952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D7F8"/>
          </a:solidFill>
          <a:ln xmlns:a="http://schemas.openxmlformats.org/drawingml/2006/main" w="0">
            <a:solidFill>
              <a:srgbClr val="E9D7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4D7A15-564C-4728-9DF8-B076C668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53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  Review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trigger · guidance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sources · limits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793BB0-7B7D-4849-8C8D-7E5D4B55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  Edit via PR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skill + eval +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source ledger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936FF2-9CD3-4D7B-BA1E-E53E5A73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3C9C6"/>
          </a:solidFill>
          <a:ln xmlns:a="http://schemas.openxmlformats.org/drawingml/2006/main" w="9525">
            <a:solidFill>
              <a:srgbClr val="03C9C6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3  CI validates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catalog · tasks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site · smoke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FCD42E-908A-41F0-A3A7-9171FD90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D2F75"/>
          </a:solidFill>
          <a:ln xmlns:a="http://schemas.openxmlformats.org/drawingml/2006/main" w="9525">
            <a:solidFill>
              <a:srgbClr val="1D2F7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53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  Compare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no-skill · previous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candidate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425589-6E6B-4404-969A-1C0734FC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57500"/>
            <a:ext cx="16002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6F1BBA"/>
          </a:solidFill>
          <a:ln xmlns:a="http://schemas.openxmlformats.org/drawingml/2006/main" w="9525">
            <a:solidFill>
              <a:srgbClr val="6F1BB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5  Decide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keep · revise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promote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C40007-E13F-4BC5-BC7A-4307798A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995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7083C"/>
                </a:solidFill>
              </a:defRPr>
            </a:pPr>
            <a:r>
              <a:rPr sz="1875" b="1">
                <a:solidFill>
                  <a:srgbClr val="07083C"/>
                </a:solidFill>
              </a:rPr>
              <a:t>A maintainer’s recurring action is a small review — the shared evaluator does the rest.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343A19-150A-4137-A153-BE6CC5B9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76750"/>
            <a:ext cx="9429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F1BBA"/>
                </a:solidFill>
              </a:defRPr>
            </a:pPr>
            <a:r>
              <a:rPr sz="1650" b="0">
                <a:solidFill>
                  <a:srgbClr val="6F1BBA"/>
                </a:solidFill>
              </a:rPr>
              <a:t>Quality is the gate; lower token use never compensates for fewer verified successes.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Ownership is intentionally split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 maintainers own</a:t>
            </a:r>
            <a:r>
              <a:rPr sz="1913">
                <a:solidFill>
                  <a:srgbClr val="000000"/>
                </a:solidFill>
              </a:rPr>
              <a:t> — Triggers, technical guidance, official sources, limitations, and whether task scenarios are authentic.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shared infrastructure owns</a:t>
            </a:r>
            <a:r>
              <a:rPr sz="1913">
                <a:solidFill>
                  <a:srgbClr val="000000"/>
                </a:solidFill>
              </a:rPr>
              <a:t> — Catalog validation, Harbor harnesses, comparison policy, dashboards, hosted CI, and runner contracts.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Hardware owners opt in</a:t>
            </a:r>
            <a:r>
              <a:rPr sz="1913">
                <a:solidFill>
                  <a:srgbClr val="000000"/>
                </a:solidFill>
              </a:rPr>
              <a:t> — They qualify a declared environment, run only reviewed immutable evaluator revisions, and return evidence artifacts.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No silent promotion</a:t>
            </a:r>
            <a:r>
              <a:rPr sz="1913">
                <a:solidFill>
                  <a:srgbClr val="000000"/>
                </a:solidFill>
              </a:rPr>
              <a:t> — Project approval, source verification, realistic eval prompts, matched trials when feasible, and explicit limitations remain gates.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The decision we need from each project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Name one owner</a:t>
            </a:r>
            <a:r>
              <a:rPr sz="1913">
                <a:solidFill>
                  <a:srgbClr val="000000"/>
                </a:solidFill>
              </a:rPr>
              <a:t> — A maintainer or small reviewer group for scope and source freshness.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Approve or correct the first-pass guidance</a:t>
            </a:r>
            <a:r>
              <a:rPr sz="1913">
                <a:solidFill>
                  <a:srgbClr val="000000"/>
                </a:solidFill>
              </a:rPr>
              <a:t> — Especially triggers, gotchas, unsupported paths, and terminology.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the task inventory</a:t>
            </a:r>
            <a:r>
              <a:rPr sz="1913">
                <a:solidFill>
                  <a:srgbClr val="000000"/>
                </a:solidFill>
              </a:rPr>
              <a:t> — Keep, rewrite, or delete scenarios; nominate one real support issue or regression.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Adopt a light cadence</a:t>
            </a:r>
            <a:r>
              <a:rPr sz="1913">
                <a:solidFill>
                  <a:srgbClr val="000000"/>
                </a:solidFill>
              </a:rPr>
              <a:t> — Review skill-affecting PRs and recheck sources at releases or quarterly.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Start small</a:t>
            </a:r>
            <a:r>
              <a:rPr sz="1913">
                <a:solidFill>
                  <a:srgbClr val="000000"/>
                </a:solidFill>
              </a:rPr>
              <a:t> — A 30-minute review is enough to turn this from UXL-authored draft into project-backed guidance.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2026-09-08T23:11:39.8560000Z</dcterms:created>
  <dcterms:modified xsi:type="dcterms:W3CDTF">2026-09-08T23:11:39.8560000Z</dcterms:modified>
</coreProperties>
</file>