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f7e87fc5374eab" /><Relationship Type="http://schemas.openxmlformats.org/officeDocument/2006/relationships/extended-properties" Target="/docProps/app.xml" Id="Rc1c1f45c36aa4822" /><Relationship Type="http://schemas.openxmlformats.org/officeDocument/2006/relationships/officeDocument" Target="/ppt/presentation.xml" Id="Rd0a9c09ac8474a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87ec1b83443e2"/>
    <p:sldMasterId xmlns:r="http://schemas.openxmlformats.org/officeDocument/2006/relationships" id="2147483665" r:id="R3f71cc09775c4d41"/>
  </p:sldMasterIdLst>
  <p:notesMasterIdLst>
    <p:notesMasterId xmlns:r="http://schemas.openxmlformats.org/officeDocument/2006/relationships" r:id="R006e1c0d7bfc41d0"/>
  </p:notesMasterIdLst>
  <p:sldIdLst>
    <p:sldId xmlns:r="http://schemas.openxmlformats.org/officeDocument/2006/relationships" id="256" r:id="Rd68fa7d113a44cb7"/>
    <p:sldId xmlns:r="http://schemas.openxmlformats.org/officeDocument/2006/relationships" id="257" r:id="Rdf728d02f3b34286"/>
    <p:sldId xmlns:r="http://schemas.openxmlformats.org/officeDocument/2006/relationships" id="258" r:id="R363bc56305524a17"/>
    <p:sldId xmlns:r="http://schemas.openxmlformats.org/officeDocument/2006/relationships" id="259" r:id="R9e4eaeb703cd489b"/>
    <p:sldId xmlns:r="http://schemas.openxmlformats.org/officeDocument/2006/relationships" id="260" r:id="R57934278e2154449"/>
    <p:sldId xmlns:r="http://schemas.openxmlformats.org/officeDocument/2006/relationships" id="261" r:id="R0ae8eede21e3454a"/>
    <p:sldId xmlns:r="http://schemas.openxmlformats.org/officeDocument/2006/relationships" id="262" r:id="R74045f904dbe4b5a"/>
    <p:sldId xmlns:r="http://schemas.openxmlformats.org/officeDocument/2006/relationships" id="263" r:id="R713fef35e0af47e9"/>
    <p:sldId xmlns:r="http://schemas.openxmlformats.org/officeDocument/2006/relationships" id="264" r:id="R318cc05d65ef47f9"/>
    <p:sldId xmlns:r="http://schemas.openxmlformats.org/officeDocument/2006/relationships" id="265" r:id="R9d786669acaf49f3"/>
    <p:sldId xmlns:r="http://schemas.openxmlformats.org/officeDocument/2006/relationships" id="266" r:id="Rb6ab8f3aab034b5b"/>
    <p:sldId xmlns:r="http://schemas.openxmlformats.org/officeDocument/2006/relationships" id="267" r:id="R0838bc8c3d5b40d4"/>
    <p:sldId xmlns:r="http://schemas.openxmlformats.org/officeDocument/2006/relationships" id="268" r:id="R67704bed905345a0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134f0efa8448cd" /><Relationship Type="http://schemas.openxmlformats.org/officeDocument/2006/relationships/slideMaster" Target="/ppt/slideMasters/slideMaster1.xml" Id="Rb7987ec1b83443e2" /><Relationship Type="http://schemas.openxmlformats.org/officeDocument/2006/relationships/slideMaster" Target="/ppt/slideMasters/slideMaster2.xml" Id="R3f71cc09775c4d41" /><Relationship Type="http://schemas.openxmlformats.org/officeDocument/2006/relationships/notesMaster" Target="/ppt/notesMasters/notesMaster1.xml" Id="R006e1c0d7bfc41d0" /><Relationship Type="http://schemas.openxmlformats.org/officeDocument/2006/relationships/presProps" Target="/ppt/presProps.xml" Id="Rc60a2a07c38c4f9c" /><Relationship Type="http://schemas.openxmlformats.org/officeDocument/2006/relationships/viewProps" Target="/ppt/viewProps.xml" Id="Rc030a75b3a3042a6" /><Relationship Type="http://schemas.openxmlformats.org/officeDocument/2006/relationships/tableStyles" Target="/ppt/tableStyles.xml" Id="R10ba27965cb14450" /><Relationship Type="http://schemas.microsoft.com/office/2018/10/relationships/authors" Target="/ppt/authors.xml" Id="Rd885bae707904c55" /><Relationship Type="http://schemas.openxmlformats.org/officeDocument/2006/relationships/slide" Target="/ppt/slides/slide1.xml" Id="Rd68fa7d113a44cb7" /><Relationship Type="http://schemas.openxmlformats.org/officeDocument/2006/relationships/slide" Target="/ppt/slides/slide2.xml" Id="Rdf728d02f3b34286" /><Relationship Type="http://schemas.openxmlformats.org/officeDocument/2006/relationships/slide" Target="/ppt/slides/slide3.xml" Id="R363bc56305524a17" /><Relationship Type="http://schemas.openxmlformats.org/officeDocument/2006/relationships/slide" Target="/ppt/slides/slide4.xml" Id="R9e4eaeb703cd489b" /><Relationship Type="http://schemas.openxmlformats.org/officeDocument/2006/relationships/slide" Target="/ppt/slides/slide5.xml" Id="R57934278e2154449" /><Relationship Type="http://schemas.openxmlformats.org/officeDocument/2006/relationships/slide" Target="/ppt/slides/slide6.xml" Id="R0ae8eede21e3454a" /><Relationship Type="http://schemas.openxmlformats.org/officeDocument/2006/relationships/slide" Target="/ppt/slides/slide7.xml" Id="R74045f904dbe4b5a" /><Relationship Type="http://schemas.openxmlformats.org/officeDocument/2006/relationships/slide" Target="/ppt/slides/slide8.xml" Id="R713fef35e0af47e9" /><Relationship Type="http://schemas.openxmlformats.org/officeDocument/2006/relationships/slide" Target="/ppt/slides/slide9.xml" Id="R318cc05d65ef47f9" /><Relationship Type="http://schemas.openxmlformats.org/officeDocument/2006/relationships/slide" Target="/ppt/slides/slide10.xml" Id="R9d786669acaf49f3" /><Relationship Type="http://schemas.openxmlformats.org/officeDocument/2006/relationships/slide" Target="/ppt/slides/slide11.xml" Id="Rb6ab8f3aab034b5b" /><Relationship Type="http://schemas.openxmlformats.org/officeDocument/2006/relationships/slide" Target="/ppt/slides/slide12.xml" Id="R0838bc8c3d5b40d4" /><Relationship Type="http://schemas.openxmlformats.org/officeDocument/2006/relationships/slide" Target="/ppt/slides/slide13.xml" Id="R67704bed905345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2d323f00cc3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4d38dba744022" /><Relationship Type="http://schemas.openxmlformats.org/officeDocument/2006/relationships/notesMaster" Target="/ppt/notesMasters/notesMaster1.xml" Id="Rfa55ce1ac015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119ba310ed4c4f" /><Relationship Type="http://schemas.openxmlformats.org/officeDocument/2006/relationships/notesMaster" Target="/ppt/notesMasters/notesMaster1.xml" Id="R3f5e63721809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60408cd4a46e5" /><Relationship Type="http://schemas.openxmlformats.org/officeDocument/2006/relationships/notesMaster" Target="/ppt/notesMasters/notesMaster1.xml" Id="Rbf640e0518e748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7378623964f9d" /><Relationship Type="http://schemas.openxmlformats.org/officeDocument/2006/relationships/notesMaster" Target="/ppt/notesMasters/notesMaster1.xml" Id="R0fdb6c0a3bdf4e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ecc597aa74f54" /><Relationship Type="http://schemas.openxmlformats.org/officeDocument/2006/relationships/notesMaster" Target="/ppt/notesMasters/notesMaster1.xml" Id="Re50ffc38aaf345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fd575f669a4ea4" /><Relationship Type="http://schemas.openxmlformats.org/officeDocument/2006/relationships/notesMaster" Target="/ppt/notesMasters/notesMaster1.xml" Id="R83300a77007d4b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5d8378026a43ab" /><Relationship Type="http://schemas.openxmlformats.org/officeDocument/2006/relationships/notesMaster" Target="/ppt/notesMasters/notesMaster1.xml" Id="Racfbc78d32884d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9bd12a80774a05" /><Relationship Type="http://schemas.openxmlformats.org/officeDocument/2006/relationships/notesMaster" Target="/ppt/notesMasters/notesMaster1.xml" Id="Rdb87c4952509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24f31a6dcc440c" /><Relationship Type="http://schemas.openxmlformats.org/officeDocument/2006/relationships/notesMaster" Target="/ppt/notesMasters/notesMaster1.xml" Id="R7891bdb5e98041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607067db7c4d8e" /><Relationship Type="http://schemas.openxmlformats.org/officeDocument/2006/relationships/notesMaster" Target="/ppt/notesMasters/notesMaster1.xml" Id="Raf3f1833d2354b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46f7384dae49ea" /><Relationship Type="http://schemas.openxmlformats.org/officeDocument/2006/relationships/notesMaster" Target="/ppt/notesMasters/notesMaster1.xml" Id="R1d1446a21cb747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605573588a4b69" /><Relationship Type="http://schemas.openxmlformats.org/officeDocument/2006/relationships/notesMaster" Target="/ppt/notesMasters/notesMaster1.xml" Id="Rbd4239cdf13145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410df870204321" /><Relationship Type="http://schemas.openxmlformats.org/officeDocument/2006/relationships/notesMaster" Target="/ppt/notesMasters/notesMaster1.xml" Id="R8d50ff37f63c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UXL Skills Evaluator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exists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current skill catalog — at a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Architecture: project knowledge becomes measured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public control room answers: are the skills healthy?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Maintainers can drill from portfolio to exact task contracts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methodology is deliberately claim-resistant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Every claim lives inside a matched evaluation cell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Maintainer pushback is expected — and the answer is scoped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Hardware is a pluggable evidence lane — never the product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ongoing maintainer workflow fits normal GitHub practice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Ownership is intentionally split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https://github.com/uxlfoundation/skills/blob/main/skills.yaml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- https://uxlfoundation.github.io/skills/</a:t>
            </a:r>
          </a:p>
          <a:p xmlns:a="http://schemas.openxmlformats.org/drawingml/2006/main">
            <a:r>
              <a:t>- https://github.com/uxlfoundation/skills/blob/main/docs/evaluator-operator-guide.md</a:t>
            </a:r>
          </a:p>
          <a:p xmlns:a="http://schemas.openxmlformats.org/drawingml/2006/main">
            <a:r>
              <a:t>- https://github.com/uxlfoundation/skills/blob/main/docs/forward-testing.md</a:t>
            </a:r>
          </a:p>
          <a:p xmlns:a="http://schemas.openxmlformats.org/drawingml/2006/main">
            <a:r>
              <a:t>- https://github.com/uxlfoundation/skills/blob/main/docs/release-and-promotion-policy.md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The decision we need from each project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bfa0142c34bc8" /><Relationship Type="http://schemas.openxmlformats.org/officeDocument/2006/relationships/image" Target="/ppt/media/image2.png" Id="R8bef3cc9f43d4e4a" /><Relationship Type="http://schemas.openxmlformats.org/officeDocument/2006/relationships/image" Target="/ppt/media/image3.png" Id="Rd30caa5cbe1f41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78c4c9e504f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a98945333443d" /><Relationship Type="http://schemas.openxmlformats.org/officeDocument/2006/relationships/image" Target="/ppt/media/image4.png" Id="R60a11436b932488b" /><Relationship Type="http://schemas.openxmlformats.org/officeDocument/2006/relationships/image" Target="/ppt/media/image.png" Id="R9ac842dc5c2540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1597861d4408c" /><Relationship Type="http://schemas.openxmlformats.org/officeDocument/2006/relationships/image" Target="/ppt/media/image5.png" Id="R6a9952010a4d41c9" /><Relationship Type="http://schemas.openxmlformats.org/officeDocument/2006/relationships/image" Target="/ppt/media/image.png" Id="Rf9e87fbfa6b44e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ba3755b0b40db" /><Relationship Type="http://schemas.openxmlformats.org/officeDocument/2006/relationships/image" Target="/ppt/media/image6.png" Id="Rdbeffd5e5bb3403d" /><Relationship Type="http://schemas.openxmlformats.org/officeDocument/2006/relationships/image" Target="/ppt/media/image.png" Id="Re370fd911c5144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377c4dfdf43d7" /><Relationship Type="http://schemas.openxmlformats.org/officeDocument/2006/relationships/image" Target="/ppt/media/image3.png" Id="R6509b6dc053840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b7917304a74864" /><Relationship Type="http://schemas.openxmlformats.org/officeDocument/2006/relationships/image" Target="/ppt/media/image7.png" Id="R4d844c342640436e" /><Relationship Type="http://schemas.openxmlformats.org/officeDocument/2006/relationships/image" Target="/ppt/media/image8.png" Id="Raf0d449b050642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fb27eb394445a" /><Relationship Type="http://schemas.openxmlformats.org/officeDocument/2006/relationships/image" Target="/ppt/media/image9.png" Id="Ref1159f7ed594710" /><Relationship Type="http://schemas.openxmlformats.org/officeDocument/2006/relationships/image" Target="/ppt/media/image3.png" Id="R09dda9d4d28247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12625ccff4435" /><Relationship Type="http://schemas.openxmlformats.org/officeDocument/2006/relationships/image" Target="/ppt/media/image10.png" Id="R646c25ca04454f95" /><Relationship Type="http://schemas.openxmlformats.org/officeDocument/2006/relationships/image" Target="/ppt/media/image.png" Id="Rc4b4c52372eb49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88e89cf6f4f54" /><Relationship Type="http://schemas.openxmlformats.org/officeDocument/2006/relationships/image" Target="/ppt/media/image11.png" Id="Rf4d09a2fc6594a24" /><Relationship Type="http://schemas.openxmlformats.org/officeDocument/2006/relationships/image" Target="/ppt/media/image3.png" Id="R6ecd06b6a01b4a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6226cc9834e57" /><Relationship Type="http://schemas.openxmlformats.org/officeDocument/2006/relationships/image" Target="/ppt/media/image3.png" Id="R74739ae64f81486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7c7c3acb34df9" /><Relationship Type="http://schemas.openxmlformats.org/officeDocument/2006/relationships/image" Target="/ppt/media/image12.png" Id="Rcb5d5643b1814a6b" /><Relationship Type="http://schemas.openxmlformats.org/officeDocument/2006/relationships/image" Target="/ppt/media/image.png" Id="R52b558c63907415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274505e944f2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a127612f84a2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3586b30c74c2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65b852a574ba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de6b40b26e4e3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f2e7d278af45ae" /><Relationship Type="http://schemas.openxmlformats.org/officeDocument/2006/relationships/image" Target="/ppt/media/image8.png" Id="R04de7e73c9fc476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a87a78f8284c7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1d00f2329243b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9e129f6d8b48ba" /><Relationship Type="http://schemas.openxmlformats.org/officeDocument/2006/relationships/image" Target="/ppt/media/image13.png" Id="Rf9640843d37a4ad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ee7ba25c404c2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fbbd175f60442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9dc2d09cd7410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37d7eaf61b4a7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dd7d72732341a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5ddb741657410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e7d1721e33408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d73cff24854aa4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8bef3cc9f43d4e4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0caa5cbe1f41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60a11436b932488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c842dc5c2540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6a9952010a4d41c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e87fbfa6b44e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dbeffd5e5bb3403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70fd911c5144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09b6dc053840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4d844c342640436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0d449b050642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ef1159f7ed59471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dda9d4d28247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646c25ca04454f9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b4c52372eb49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f4d09a2fc6594a2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cd06b6a01b4a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739ae64f81486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cb5d5643b1814a6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b558c6390741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de7e73c9fc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640843d37a4a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b961b01994273" /><Relationship Type="http://schemas.openxmlformats.org/officeDocument/2006/relationships/slideLayout" Target="/ppt/slideLayouts/slideLayout1.xml" Id="Rd10ee9849fc4479e" /><Relationship Type="http://schemas.openxmlformats.org/officeDocument/2006/relationships/slideLayout" Target="/ppt/slideLayouts/slideLayout2.xml" Id="R77a6cf2775034798" /><Relationship Type="http://schemas.openxmlformats.org/officeDocument/2006/relationships/slideLayout" Target="/ppt/slideLayouts/slideLayout3.xml" Id="R096a7d67ee5c498b" /><Relationship Type="http://schemas.openxmlformats.org/officeDocument/2006/relationships/slideLayout" Target="/ppt/slideLayouts/slideLayout4.xml" Id="R98fda9fa94314b8a" /><Relationship Type="http://schemas.openxmlformats.org/officeDocument/2006/relationships/slideLayout" Target="/ppt/slideLayouts/slideLayout5.xml" Id="R688580b968774fe2" /><Relationship Type="http://schemas.openxmlformats.org/officeDocument/2006/relationships/slideLayout" Target="/ppt/slideLayouts/slideLayout6.xml" Id="R01cf9527fe8942af" /><Relationship Type="http://schemas.openxmlformats.org/officeDocument/2006/relationships/slideLayout" Target="/ppt/slideLayouts/slideLayout7.xml" Id="R988ce7b473714c83" /><Relationship Type="http://schemas.openxmlformats.org/officeDocument/2006/relationships/slideLayout" Target="/ppt/slideLayouts/slideLayout8.xml" Id="R7cac4b40260048c5" /><Relationship Type="http://schemas.openxmlformats.org/officeDocument/2006/relationships/slideLayout" Target="/ppt/slideLayouts/slideLayout9.xml" Id="Rf7828bdeb95f4df2" /><Relationship Type="http://schemas.openxmlformats.org/officeDocument/2006/relationships/slideLayout" Target="/ppt/slideLayouts/slideLayout10.xml" Id="R62ea9e08b5c945d2" /><Relationship Type="http://schemas.openxmlformats.org/officeDocument/2006/relationships/slideLayout" Target="/ppt/slideLayouts/slideLayout11.xml" Id="R144ca351b1c44527" /><Relationship Type="http://schemas.openxmlformats.org/officeDocument/2006/relationships/slideLayout" Target="/ppt/slideLayouts/slideLayout12.xml" Id="R0bc091b5287b4d88" /><Relationship Type="http://schemas.openxmlformats.org/officeDocument/2006/relationships/slideLayout" Target="/ppt/slideLayouts/slideLayout13.xml" Id="Rbc85b45604c74c6f" /><Relationship Type="http://schemas.openxmlformats.org/officeDocument/2006/relationships/slideLayout" Target="/ppt/slideLayouts/slideLayout14.xml" Id="R3ec658b12db44af9" /><Relationship Type="http://schemas.openxmlformats.org/officeDocument/2006/relationships/slideLayout" Target="/ppt/slideLayouts/slideLayout15.xml" Id="R335978e3ebda45dc" /><Relationship Type="http://schemas.openxmlformats.org/officeDocument/2006/relationships/slideLayout" Target="/ppt/slideLayouts/slideLayout16.xml" Id="Rfb2fb120c99a407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4df3fe1a35414db2" /><Relationship Type="http://schemas.openxmlformats.org/officeDocument/2006/relationships/theme" Target="/ppt/slideMasters/theme/theme3.xml" Id="R47a143ded43e4cd0" /><Relationship Type="http://schemas.openxmlformats.org/officeDocument/2006/relationships/slideLayout" Target="/ppt/slideLayouts/slideLayout17.xml" Id="R9b1eee25ff6d434a" /><Relationship Type="http://schemas.openxmlformats.org/officeDocument/2006/relationships/slideLayout" Target="/ppt/slideLayouts/slideLayout18.xml" Id="R46d9f1971a064380" /><Relationship Type="http://schemas.openxmlformats.org/officeDocument/2006/relationships/slideLayout" Target="/ppt/slideLayouts/slideLayout19.xml" Id="Re2992fc45e5344e2" /><Relationship Type="http://schemas.openxmlformats.org/officeDocument/2006/relationships/slideLayout" Target="/ppt/slideLayouts/slideLayout20.xml" Id="Rcf1b9ee0c9dc4478" /><Relationship Type="http://schemas.openxmlformats.org/officeDocument/2006/relationships/slideLayout" Target="/ppt/slideLayouts/slideLayout21.xml" Id="R93708b4e417b48fc" /><Relationship Type="http://schemas.openxmlformats.org/officeDocument/2006/relationships/slideLayout" Target="/ppt/slideLayouts/slideLayout22.xml" Id="Rc1e4906cc01549c5" /><Relationship Type="http://schemas.openxmlformats.org/officeDocument/2006/relationships/slideLayout" Target="/ppt/slideLayouts/slideLayout23.xml" Id="Rc541e9182b7c45d5" /><Relationship Type="http://schemas.openxmlformats.org/officeDocument/2006/relationships/slideLayout" Target="/ppt/slideLayouts/slideLayout24.xml" Id="R636e123a16a743a3" /><Relationship Type="http://schemas.openxmlformats.org/officeDocument/2006/relationships/slideLayout" Target="/ppt/slideLayouts/slideLayout25.xml" Id="R567002c9e0414aba" /><Relationship Type="http://schemas.openxmlformats.org/officeDocument/2006/relationships/slideLayout" Target="/ppt/slideLayouts/slideLayout26.xml" Id="R0f0e2c730a694fd9" /><Relationship Type="http://schemas.openxmlformats.org/officeDocument/2006/relationships/slideLayout" Target="/ppt/slideLayouts/slideLayout27.xml" Id="Ra130e52dc9c94b8a" /><Relationship Type="http://schemas.openxmlformats.org/officeDocument/2006/relationships/slideLayout" Target="/ppt/slideLayouts/slideLayout28.xml" Id="R540e9428dfd8491d" /><Relationship Type="http://schemas.openxmlformats.org/officeDocument/2006/relationships/slideLayout" Target="/ppt/slideLayouts/slideLayout29.xml" Id="Raec0c8e0a6d74e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0ee9849fc4479e"/>
    <p:sldLayoutId xmlns:r="http://schemas.openxmlformats.org/officeDocument/2006/relationships" id="2147483650" r:id="R77a6cf2775034798"/>
    <p:sldLayoutId xmlns:r="http://schemas.openxmlformats.org/officeDocument/2006/relationships" id="2147483651" r:id="R096a7d67ee5c498b"/>
    <p:sldLayoutId xmlns:r="http://schemas.openxmlformats.org/officeDocument/2006/relationships" id="2147483652" r:id="R98fda9fa94314b8a"/>
    <p:sldLayoutId xmlns:r="http://schemas.openxmlformats.org/officeDocument/2006/relationships" id="2147483653" r:id="R688580b968774fe2"/>
    <p:sldLayoutId xmlns:r="http://schemas.openxmlformats.org/officeDocument/2006/relationships" id="2147483654" r:id="R01cf9527fe8942af"/>
    <p:sldLayoutId xmlns:r="http://schemas.openxmlformats.org/officeDocument/2006/relationships" id="2147483655" r:id="R988ce7b473714c83"/>
    <p:sldLayoutId xmlns:r="http://schemas.openxmlformats.org/officeDocument/2006/relationships" id="2147483656" r:id="R7cac4b40260048c5"/>
    <p:sldLayoutId xmlns:r="http://schemas.openxmlformats.org/officeDocument/2006/relationships" id="2147483657" r:id="Rf7828bdeb95f4df2"/>
    <p:sldLayoutId xmlns:r="http://schemas.openxmlformats.org/officeDocument/2006/relationships" id="2147483658" r:id="R62ea9e08b5c945d2"/>
    <p:sldLayoutId xmlns:r="http://schemas.openxmlformats.org/officeDocument/2006/relationships" id="2147483659" r:id="R144ca351b1c44527"/>
    <p:sldLayoutId xmlns:r="http://schemas.openxmlformats.org/officeDocument/2006/relationships" id="2147483660" r:id="R0bc091b5287b4d88"/>
    <p:sldLayoutId xmlns:r="http://schemas.openxmlformats.org/officeDocument/2006/relationships" id="2147483661" r:id="Rbc85b45604c74c6f"/>
    <p:sldLayoutId xmlns:r="http://schemas.openxmlformats.org/officeDocument/2006/relationships" id="2147483662" r:id="R3ec658b12db44af9"/>
    <p:sldLayoutId xmlns:r="http://schemas.openxmlformats.org/officeDocument/2006/relationships" id="2147483663" r:id="R335978e3ebda45dc"/>
    <p:sldLayoutId xmlns:r="http://schemas.openxmlformats.org/officeDocument/2006/relationships" id="2147483664" r:id="Rfb2fb120c99a407b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f3fe1a35414d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9b1eee25ff6d434a"/>
    <p:sldLayoutId xmlns:r="http://schemas.openxmlformats.org/officeDocument/2006/relationships" id="2147483667" r:id="R46d9f1971a064380"/>
    <p:sldLayoutId xmlns:r="http://schemas.openxmlformats.org/officeDocument/2006/relationships" id="2147483668" r:id="Re2992fc45e5344e2"/>
    <p:sldLayoutId xmlns:r="http://schemas.openxmlformats.org/officeDocument/2006/relationships" id="2147483669" r:id="Rcf1b9ee0c9dc4478"/>
    <p:sldLayoutId xmlns:r="http://schemas.openxmlformats.org/officeDocument/2006/relationships" id="2147483670" r:id="R93708b4e417b48fc"/>
    <p:sldLayoutId xmlns:r="http://schemas.openxmlformats.org/officeDocument/2006/relationships" id="2147483671" r:id="Rc1e4906cc01549c5"/>
    <p:sldLayoutId xmlns:r="http://schemas.openxmlformats.org/officeDocument/2006/relationships" id="2147483672" r:id="Rc541e9182b7c45d5"/>
    <p:sldLayoutId xmlns:r="http://schemas.openxmlformats.org/officeDocument/2006/relationships" id="2147483673" r:id="R636e123a16a743a3"/>
    <p:sldLayoutId xmlns:r="http://schemas.openxmlformats.org/officeDocument/2006/relationships" id="2147483674" r:id="R567002c9e0414aba"/>
    <p:sldLayoutId xmlns:r="http://schemas.openxmlformats.org/officeDocument/2006/relationships" id="2147483675" r:id="R0f0e2c730a694fd9"/>
    <p:sldLayoutId xmlns:r="http://schemas.openxmlformats.org/officeDocument/2006/relationships" id="2147483676" r:id="Ra130e52dc9c94b8a"/>
    <p:sldLayoutId xmlns:r="http://schemas.openxmlformats.org/officeDocument/2006/relationships" id="2147483677" r:id="R540e9428dfd8491d"/>
    <p:sldLayoutId xmlns:r="http://schemas.openxmlformats.org/officeDocument/2006/relationships" id="2147483678" r:id="Raec0c8e0a6d74ebc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d162f6e1eea4d62" /><Relationship Type="http://schemas.openxmlformats.org/officeDocument/2006/relationships/notesSlide" Target="/ppt/notesSlides/notesSlide1.xml" Id="Rd449481ee6e74f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cace678b5484941" /><Relationship Type="http://schemas.openxmlformats.org/officeDocument/2006/relationships/notesSlide" Target="/ppt/notesSlides/notesSlide2.xml" Id="Rabcf37cc6c92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8f0e659a5ef4b2f" /><Relationship Type="http://schemas.openxmlformats.org/officeDocument/2006/relationships/notesSlide" Target="/ppt/notesSlides/notesSlide3.xml" Id="Re8a8cbd32ad244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6f0371ba0194bf5" /><Relationship Type="http://schemas.openxmlformats.org/officeDocument/2006/relationships/notesSlide" Target="/ppt/notesSlides/notesSlide4.xml" Id="R5de0f679fe344a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68f56a709194cff" /><Relationship Type="http://schemas.openxmlformats.org/officeDocument/2006/relationships/image" Target="/ppt/media/image14.png" Id="R568997c70bd74330" /><Relationship Type="http://schemas.openxmlformats.org/officeDocument/2006/relationships/notesSlide" Target="/ppt/notesSlides/notesSlide5.xml" Id="R2d2490be0518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63eb8a17f9446eb" /><Relationship Type="http://schemas.openxmlformats.org/officeDocument/2006/relationships/image" Target="/ppt/media/image15.png" Id="Re9971616fcb647c2" /><Relationship Type="http://schemas.openxmlformats.org/officeDocument/2006/relationships/image" Target="/ppt/media/image16.png" Id="R1ee3559e1c064f44" /><Relationship Type="http://schemas.openxmlformats.org/officeDocument/2006/relationships/notesSlide" Target="/ppt/notesSlides/notesSlide6.xml" Id="Rf32e2323816246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9a47b06a570749fb" /><Relationship Type="http://schemas.openxmlformats.org/officeDocument/2006/relationships/image" Target="/ppt/media/image17.png" Id="R5281d3996e034655" /><Relationship Type="http://schemas.openxmlformats.org/officeDocument/2006/relationships/notesSlide" Target="/ppt/notesSlides/notesSlide7.xml" Id="R44c87ac026f34c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307109d4a2f42a9" /><Relationship Type="http://schemas.openxmlformats.org/officeDocument/2006/relationships/notesSlide" Target="/ppt/notesSlides/notesSlide8.xml" Id="R5e76fb18c7024d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30b35d308e440ca" /><Relationship Type="http://schemas.openxmlformats.org/officeDocument/2006/relationships/notesSlide" Target="/ppt/notesSlides/notesSlide9.xml" Id="Rb489762dd29948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c7e5955bca0445a" /><Relationship Type="http://schemas.openxmlformats.org/officeDocument/2006/relationships/image" Target="/ppt/media/image18.png" Id="R72c8fc6b2bff4551" /><Relationship Type="http://schemas.openxmlformats.org/officeDocument/2006/relationships/notesSlide" Target="/ppt/notesSlides/notesSlide10.xml" Id="Re77e2d57bec44a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6803891b7e04d01" /><Relationship Type="http://schemas.openxmlformats.org/officeDocument/2006/relationships/notesSlide" Target="/ppt/notesSlides/notesSlide11.xml" Id="R44194520d8b642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85da09460e14d4c" /><Relationship Type="http://schemas.openxmlformats.org/officeDocument/2006/relationships/notesSlide" Target="/ppt/notesSlides/notesSlide12.xml" Id="R131050348a394f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efd39cb9d7d47d3" /><Relationship Type="http://schemas.openxmlformats.org/officeDocument/2006/relationships/notesSlide" Target="/ppt/notesSlides/notesSlide13.xml" Id="Rb31728729ee74e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FOUNDATION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UXL Skills Evaluator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Project-maintained operational knowledge for coding agents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overview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exists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8 skills</a:t>
            </a:r>
            <a:r>
              <a:rPr sz="1913">
                <a:solidFill>
                  <a:srgbClr val="000000"/>
                </a:solidFill>
              </a:rPr>
              <a:t> — Six library portfolios plus shared SYCL build/debug and performance-validation guidance.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52 scoped evaluation tasks</a:t>
            </a:r>
            <a:r>
              <a:rPr sz="1913">
                <a:solidFill>
                  <a:srgbClr val="000000"/>
                </a:solidFill>
              </a:rPr>
              <a:t> — 41 implemented and 11 left visible as planned gaps; this is inventory, not a pass-rate claim.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public control room</a:t>
            </a:r>
            <a:r>
              <a:rPr sz="1913">
                <a:solidFill>
                  <a:srgbClr val="000000"/>
                </a:solidFill>
              </a:rPr>
              <a:t> — Skills, evaluations, platforms, methodology, maturity, source freshness, and ownership status.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portable execution model</a:t>
            </a:r>
            <a:r>
              <a:rPr sz="1913">
                <a:solidFill>
                  <a:srgbClr val="000000"/>
                </a:solidFill>
              </a:rPr>
              <a:t> — GitHub-hosted checks by default; opt-in specialized machines only when a task contract requires them.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current skill catalog — at a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oneDNN</a:t>
            </a:r>
            <a:r>
              <a:rPr sz="1913">
                <a:solidFill>
                  <a:srgbClr val="000000"/>
                </a:solidFill>
              </a:rPr>
              <a:t> — Primitives, layouts/reorders, fusion, numerics, benchdnn.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oneMath</a:t>
            </a:r>
            <a:r>
              <a:rPr sz="1913">
                <a:solidFill>
                  <a:srgbClr val="000000"/>
                </a:solidFill>
              </a:rPr>
              <a:t> — Domains, dispatch modes, queues, backends, linking.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oneDAL</a:t>
            </a:r>
            <a:r>
              <a:rPr sz="1913">
                <a:solidFill>
                  <a:srgbClr val="000000"/>
                </a:solidFill>
              </a:rPr>
              <a:t> — Python/native paths, modes, tables, metric parity, conversion cost.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oneTBB</a:t>
            </a:r>
            <a:r>
              <a:rPr sz="1913">
                <a:solidFill>
                  <a:srgbClr val="000000"/>
                </a:solidFill>
              </a:rPr>
              <a:t> — Patterns, shared state, flow graphs, arenas, grainsize/affinity.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oneDPL</a:t>
            </a:r>
            <a:r>
              <a:rPr sz="1913">
                <a:solidFill>
                  <a:srgbClr val="000000"/>
                </a:solidFill>
              </a:rPr>
              <a:t> — Host/device policies, iterators, lifetime, synchronization, ordering.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oneCCL</a:t>
            </a:r>
            <a:r>
              <a:rPr sz="1913">
                <a:solidFill>
                  <a:srgbClr val="000000"/>
                </a:solidFill>
              </a:rPr>
              <a:t> — Collectives, ranks, launch symmetry, waits, plugins, hangs.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Cross-project</a:t>
            </a:r>
            <a:r>
              <a:rPr sz="1913">
                <a:solidFill>
                  <a:srgbClr val="000000"/>
                </a:solidFill>
              </a:rPr>
              <a:t> — SYCL build/runtime triage and correctness-first performance evidence.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Architecture: project knowledge becomes measured evidence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15E8-4631-43F5-AE46-A6CF6EAC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4538-D4C7-4C7B-8E44-2415A17F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C583A-48D2-4721-8763-6DB1561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95F3-CF9D-4353-BF0D-2874582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1945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88928-D6B1-4396-A49C-D0A63577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 docs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examples · tests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maintainer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AEB6D-B0DF-43B6-A755-0A0FC46C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Skill guidance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 ledger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prompt evals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05728-2DBB-45FC-A27D-8BCA6561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Harbor tasks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instruction · environment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verifier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11962-8F55-4334-BA6A-BDB8C537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GitHub-hosted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 specialized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execution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15E73-13AC-41F6-AEA2-2ECC7D1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22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Evidence +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 dashboard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maintainer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ABAE9-BC08-47A0-8EB7-440E345A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083C"/>
                </a:solidFill>
              </a:defRPr>
            </a:pPr>
            <a:r>
              <a:rPr sz="1800" b="1">
                <a:solidFill>
                  <a:srgbClr val="07083C"/>
                </a:solidFill>
              </a:rPr>
              <a:t>One repository carries guidance, task contracts, policy, and the public portfolio 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99496-80F6-4355-BF57-1A0476C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Specialized machines change the environment, not the evidence contract.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public control room answers: are the skills healthy?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997c70bd74330"/>
          <a:stretch xmlns:a="http://schemas.openxmlformats.org/drawingml/2006/main"/>
        </p:blipFill>
        <p:spPr>
          <a:xfrm xmlns:a="http://schemas.openxmlformats.org/drawingml/2006/main" flipH="0" flipV="0">
            <a:off x="2322187" y="1885950"/>
            <a:ext cx="7547626" cy="42481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Maintainers can drill from portfolio to exact task contracts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71616fcb647c2"/>
          <a:stretch xmlns:a="http://schemas.openxmlformats.org/drawingml/2006/main"/>
        </p:blipFill>
        <p:spPr>
          <a:xfrm xmlns:a="http://schemas.openxmlformats.org/drawingml/2006/main" flipH="0" flipV="0">
            <a:off x="882052" y="2095500"/>
            <a:ext cx="4941495" cy="2781300"/>
          </a:xfrm>
          <a:prstGeom xmlns:a="http://schemas.openxmlformats.org/drawingml/2006/main" prst="round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559e1c064f44"/>
          <a:stretch xmlns:a="http://schemas.openxmlformats.org/drawingml/2006/main"/>
        </p:blipFill>
        <p:spPr>
          <a:xfrm xmlns:a="http://schemas.openxmlformats.org/drawingml/2006/main" flipH="0" flipV="0">
            <a:off x="6368452" y="2095500"/>
            <a:ext cx="4941495" cy="27813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38011-2024-454A-A442-F339140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00625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F75"/>
                </a:solidFill>
              </a:defRPr>
            </a:pPr>
            <a:r>
              <a:rPr sz="1575" b="1">
                <a:solidFill>
                  <a:srgbClr val="1D2F75"/>
                </a:solidFill>
              </a:rPr>
              <a:t>Skills: scope, maturity, sources, limitations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B5C15-D589-4ED9-B6EF-8C150F5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00625"/>
            <a:ext cx="466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F75"/>
                </a:solidFill>
              </a:defRPr>
            </a:pPr>
            <a:r>
              <a:rPr sz="1575" b="1">
                <a:solidFill>
                  <a:srgbClr val="1D2F75"/>
                </a:solidFill>
              </a:rPr>
              <a:t>Evaluations: exact tasks, states, environments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methodology is deliberately claim-resistant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1d3996e034655"/>
          <a:stretch xmlns:a="http://schemas.openxmlformats.org/drawingml/2006/main"/>
        </p:blipFill>
        <p:spPr>
          <a:xfrm xmlns:a="http://schemas.openxmlformats.org/drawingml/2006/main" flipH="0" flipV="0">
            <a:off x="2322187" y="1885950"/>
            <a:ext cx="7547626" cy="42481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Every claim lives inside a matched evaluation cell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CE89B-13CA-4A29-83F1-F584BCA2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75E8A-7F96-4DFF-9413-CC53C74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7C78D-4720-4B9A-BBB0-570F429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A92DC-7B38-4035-A0DD-C1823E95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40483-DB93-45CB-BDAD-C8015A76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 + verifier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1264BF-5F10-4A77-AE68-6320313F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9288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Agent + harness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 +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2FB75-2728-4483-9B72-AB47CD36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Image + toolchain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OS + hardware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4886F-FB93-4861-8889-8B26169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Attempts + timeouts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45630-C949-44BD-945A-DC5A734B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1638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2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Matched arms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 skill · previous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BF768-23E0-429B-912B-ADCB4EB5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Inside one cell, change only the skill treatment.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0C66F-4D8E-45CF-B1F9-BB16A3C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1000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941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13" b="0">
                <a:solidFill>
                  <a:srgbClr val="6F1BBA"/>
                </a:solidFill>
              </a:defRPr>
            </a:pPr>
            <a:r>
              <a:rPr sz="1613" b="0">
                <a:solidFill>
                  <a:srgbClr val="6F1BBA"/>
                </a:solidFill>
              </a:rPr>
              <a:t>Repeat across representative cells; report differences. Never average incompatible contexts into a universal score.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Maintainer pushback is expected — and the answer is scoped evidence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 you test every combination? — No. We publish representative, risk-based cells and the gaps.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changes invalidate evidence? — Re-run affected cells; older results remain history, not current proof.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How do you limit overfitting? — Maintainer incidents, hidden checks, negative controls, multiple tasks, and trajectory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if every arm passes? — Keep it as smoke coverage; claim no lift and seek a harder task.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Does hardware qualification prove skill value? — No. Qualification and matched skill trials are separate gates.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Can scores be pooled? — No universal score; report conclusions within each model, harness, software, and environment cell.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Hardware is a pluggable evidence lane — never the product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8fc6b2bff4551"/>
          <a:stretch xmlns:a="http://schemas.openxmlformats.org/drawingml/2006/main"/>
        </p:blipFill>
        <p:spPr>
          <a:xfrm xmlns:a="http://schemas.openxmlformats.org/drawingml/2006/main" flipH="0" flipV="0">
            <a:off x="2322187" y="1885950"/>
            <a:ext cx="7547626" cy="42481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ongoing maintainer workflow fits normal GitHub practice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9D77C-4B9D-47B3-8142-5A56338C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5E755-E8AE-449B-AF52-213857E4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0BDF-C34A-4C94-80D0-B06F4C73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AD538-DED7-4164-B286-2C120FB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0400"/>
            <a:ext cx="2952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D7F8"/>
          </a:solidFill>
          <a:ln xmlns:a="http://schemas.openxmlformats.org/drawingml/2006/main" w="0">
            <a:solidFill>
              <a:srgbClr val="E9D7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D7A15-564C-4728-9DF8-B076C668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3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  Review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trigger · guidance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sources ·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93BB0-7B7D-4849-8C8D-7E5D4B5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  Edit via PR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skill + eval +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source ledger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36FF2-9CD3-4D7B-BA1E-E53E5A7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3C9C6"/>
          </a:solidFill>
          <a:ln xmlns:a="http://schemas.openxmlformats.org/drawingml/2006/main" w="9525">
            <a:solidFill>
              <a:srgbClr val="03C9C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3  CI validates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catalog · tasks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site · smoke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CD42E-908A-41F0-A3A7-9171FD90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2F75"/>
          </a:solidFill>
          <a:ln xmlns:a="http://schemas.openxmlformats.org/drawingml/2006/main" w="9525">
            <a:solidFill>
              <a:srgbClr val="1D2F75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853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  Compare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no-skill · previous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25589-6E6B-4404-969A-1C0734FC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16002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6F1BBA"/>
          </a:solidFill>
          <a:ln xmlns:a="http://schemas.openxmlformats.org/drawingml/2006/main" w="9525">
            <a:solidFill>
              <a:srgbClr val="6F1BBA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  Decide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keep · revise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promote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40007-E13F-4BC5-BC7A-4307798A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995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083C"/>
                </a:solidFill>
              </a:defRPr>
            </a:pPr>
            <a:r>
              <a:rPr sz="1875" b="1">
                <a:solidFill>
                  <a:srgbClr val="07083C"/>
                </a:solidFill>
              </a:rPr>
              <a:t>A maintainer’s recurring action is a small review — the shared evaluator does the rest.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43A19-150A-4137-A153-BE6CC5B9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F1BBA"/>
                </a:solidFill>
              </a:defRPr>
            </a:pPr>
            <a:r>
              <a:rPr sz="1650" b="0">
                <a:solidFill>
                  <a:srgbClr val="6F1BBA"/>
                </a:solidFill>
              </a:rPr>
              <a:t>Quality is the gate; lower token use never compensates for fewer verified successes.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Ownership is intentionally split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 maintainers own</a:t>
            </a:r>
            <a:r>
              <a:rPr sz="1913">
                <a:solidFill>
                  <a:srgbClr val="000000"/>
                </a:solidFill>
              </a:rPr>
              <a:t> — Triggers, technical guidance, official sources, limitations, and whether task scenarios are authentic.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shared infrastructure owns</a:t>
            </a:r>
            <a:r>
              <a:rPr sz="1913">
                <a:solidFill>
                  <a:srgbClr val="000000"/>
                </a:solidFill>
              </a:rPr>
              <a:t> — Catalog validation, Harbor harnesses, comparison policy, dashboards, hosted CI, and runner contracts.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Hardware owners opt in</a:t>
            </a:r>
            <a:r>
              <a:rPr sz="1913">
                <a:solidFill>
                  <a:srgbClr val="000000"/>
                </a:solidFill>
              </a:rPr>
              <a:t> — They qualify a declared environment, run only reviewed immutable evaluator revisions, and return evidence artifacts.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No silent promotion</a:t>
            </a:r>
            <a:r>
              <a:rPr sz="1913">
                <a:solidFill>
                  <a:srgbClr val="000000"/>
                </a:solidFill>
              </a:rPr>
              <a:t> — Project approval, source verification, realistic eval prompts, matched trials when feasible, and explicit limitations remain gates.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decision we need from each project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Name one owner</a:t>
            </a:r>
            <a:r>
              <a:rPr sz="1913">
                <a:solidFill>
                  <a:srgbClr val="000000"/>
                </a:solidFill>
              </a:rPr>
              <a:t> — A maintainer or small reviewer group for scope and source freshness.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Approve or correct the first-pass guidance</a:t>
            </a:r>
            <a:r>
              <a:rPr sz="1913">
                <a:solidFill>
                  <a:srgbClr val="000000"/>
                </a:solidFill>
              </a:rPr>
              <a:t> — Especially triggers, gotchas, unsupported paths, and terminology.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the task inventory</a:t>
            </a:r>
            <a:r>
              <a:rPr sz="1913">
                <a:solidFill>
                  <a:srgbClr val="000000"/>
                </a:solidFill>
              </a:rPr>
              <a:t> — Keep, rewrite, or delete scenarios; nominate one real support issue or regression.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Adopt a light cadence</a:t>
            </a:r>
            <a:r>
              <a:rPr sz="1913">
                <a:solidFill>
                  <a:srgbClr val="000000"/>
                </a:solidFill>
              </a:rPr>
              <a:t> — Review skill-affecting PRs and recheck sources at releases or quarterly.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Start small</a:t>
            </a:r>
            <a:r>
              <a:rPr sz="1913">
                <a:solidFill>
                  <a:srgbClr val="000000"/>
                </a:solidFill>
              </a:rPr>
              <a:t> — A 30-minute review is enough to turn this from UXL-authored draft into project-backed guidance.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2026-09-08T22:23:26.9730000Z</dcterms:created>
  <dcterms:modified xsi:type="dcterms:W3CDTF">2026-09-08T22:23:26.9730000Z</dcterms:modified>
</coreProperties>
</file>