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105e979231468c" /><Relationship Type="http://schemas.openxmlformats.org/officeDocument/2006/relationships/extended-properties" Target="/docProps/app.xml" Id="R613746f123b4416f" /><Relationship Type="http://schemas.openxmlformats.org/officeDocument/2006/relationships/officeDocument" Target="/ppt/presentation.xml" Id="R2b3e785527954b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5b3a630e74782"/>
    <p:sldMasterId xmlns:r="http://schemas.openxmlformats.org/officeDocument/2006/relationships" id="2147483665" r:id="R7eb92f309aef4b9e"/>
  </p:sldMasterIdLst>
  <p:notesMasterIdLst>
    <p:notesMasterId xmlns:r="http://schemas.openxmlformats.org/officeDocument/2006/relationships" r:id="R15ec40a31d9f4b8c"/>
  </p:notesMasterIdLst>
  <p:sldIdLst>
    <p:sldId xmlns:r="http://schemas.openxmlformats.org/officeDocument/2006/relationships" id="256" r:id="Ra1a739765fc241dd"/>
    <p:sldId xmlns:r="http://schemas.openxmlformats.org/officeDocument/2006/relationships" id="257" r:id="R26ac5204e40c41fc"/>
    <p:sldId xmlns:r="http://schemas.openxmlformats.org/officeDocument/2006/relationships" id="258" r:id="Rea7e398f7af44418"/>
    <p:sldId xmlns:r="http://schemas.openxmlformats.org/officeDocument/2006/relationships" id="259" r:id="Rfae159ccac8647ee"/>
    <p:sldId xmlns:r="http://schemas.openxmlformats.org/officeDocument/2006/relationships" id="260" r:id="R6e0f8413fe5c4732"/>
    <p:sldId xmlns:r="http://schemas.openxmlformats.org/officeDocument/2006/relationships" id="261" r:id="Re95f8130298a40dd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88CCCD01-97AC-4357-C424-1E1719E13916}" name="Melonakos, John" userId="S::john.melonakos@intel.com::e4ba5227-81af-4bfc-a6c3-8d16dbd7ef43" providerId="AD"/>
  <p188:author id="{2537F321-FAFC-553E-123C-6049CCA8EBAC}" name="Richards, Alison L" initials="AR" userId="S::alison.l.richards@intel.com::8477381d-98f3-4355-aa8c-c2b33fe7162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b6f6c7944e4f97" /><Relationship Type="http://schemas.openxmlformats.org/officeDocument/2006/relationships/slideMaster" Target="/ppt/slideMasters/slideMaster1.xml" Id="R06e5b3a630e74782" /><Relationship Type="http://schemas.openxmlformats.org/officeDocument/2006/relationships/slideMaster" Target="/ppt/slideMasters/slideMaster2.xml" Id="R7eb92f309aef4b9e" /><Relationship Type="http://schemas.openxmlformats.org/officeDocument/2006/relationships/notesMaster" Target="/ppt/notesMasters/notesMaster1.xml" Id="R15ec40a31d9f4b8c" /><Relationship Type="http://schemas.openxmlformats.org/officeDocument/2006/relationships/presProps" Target="/ppt/presProps.xml" Id="R4a7825dc0a504c6d" /><Relationship Type="http://schemas.openxmlformats.org/officeDocument/2006/relationships/viewProps" Target="/ppt/viewProps.xml" Id="R89fa5c85dbfb4fd6" /><Relationship Type="http://schemas.openxmlformats.org/officeDocument/2006/relationships/tableStyles" Target="/ppt/tableStyles.xml" Id="R911f915fb6604aa6" /><Relationship Type="http://schemas.microsoft.com/office/2018/10/relationships/authors" Target="/ppt/authors.xml" Id="Re3df78a0fe3a4fd2" /><Relationship Type="http://schemas.openxmlformats.org/officeDocument/2006/relationships/slide" Target="/ppt/slides/slide1.xml" Id="Ra1a739765fc241dd" /><Relationship Type="http://schemas.openxmlformats.org/officeDocument/2006/relationships/slide" Target="/ppt/slides/slide2.xml" Id="R26ac5204e40c41fc" /><Relationship Type="http://schemas.openxmlformats.org/officeDocument/2006/relationships/slide" Target="/ppt/slides/slide3.xml" Id="Rea7e398f7af44418" /><Relationship Type="http://schemas.openxmlformats.org/officeDocument/2006/relationships/slide" Target="/ppt/slides/slide4.xml" Id="Rfae159ccac8647ee" /><Relationship Type="http://schemas.openxmlformats.org/officeDocument/2006/relationships/slide" Target="/ppt/slides/slide5.xml" Id="R6e0f8413fe5c4732" /><Relationship Type="http://schemas.openxmlformats.org/officeDocument/2006/relationships/slide" Target="/ppt/slides/slide6.xml" Id="Re95f8130298a40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acf1b39a7a644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36df4362cd43fc" /><Relationship Type="http://schemas.openxmlformats.org/officeDocument/2006/relationships/notesMaster" Target="/ppt/notesMasters/notesMaster1.xml" Id="Reae167ef02e346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25c397ce114d9a" /><Relationship Type="http://schemas.openxmlformats.org/officeDocument/2006/relationships/notesMaster" Target="/ppt/notesMasters/notesMaster1.xml" Id="R9e6303b3de4a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5d4cb0ba542c1" /><Relationship Type="http://schemas.openxmlformats.org/officeDocument/2006/relationships/notesMaster" Target="/ppt/notesMasters/notesMaster1.xml" Id="R0c7ce969025744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4534c868584be5" /><Relationship Type="http://schemas.openxmlformats.org/officeDocument/2006/relationships/notesMaster" Target="/ppt/notesMasters/notesMaster1.xml" Id="Ra7c698770f2743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cddeb169f46e0" /><Relationship Type="http://schemas.openxmlformats.org/officeDocument/2006/relationships/notesMaster" Target="/ppt/notesMasters/notesMaster1.xml" Id="Rbc96a85c1d5642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9f2f105faf48d8" /><Relationship Type="http://schemas.openxmlformats.org/officeDocument/2006/relationships/notesMaster" Target="/ppt/notesMasters/notesMaster1.xml" Id="R63dc1aa31990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Introduce the draft oneCCL skill and its current evaluation coverage.</a:t>
            </a:r>
          </a:p>
          <a:p xmlns:a="http://schemas.openxmlformats.org/drawingml/2006/main">
            <a:r>
              <a:t>Explain: The skill helps coding agents reason about collective contracts, rank agreement, operation ordering, counts and datatypes, completion waits, plugin selection, and rank-local diagnosis.</a:t>
            </a:r>
          </a:p>
          <a:p xmlns:a="http://schemas.openxmlformats.org/drawingml/2006/main">
            <a:r>
              <a:t>Emphasize: This is a UXL-authored starting point awaiting project review, not approved maintainer guidance.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Walk through the behavior the skill asks an agent to follow today.</a:t>
            </a:r>
          </a:p>
          <a:p xmlns:a="http://schemas.openxmlformats.org/drawingml/2006/main">
            <a:r>
              <a:t>Explain: The intended sequence is to make every rank's contract explicit, capture rank-local evidence, wait for completion before reading results, and isolate API, version, transport, and plugin assumptions.</a:t>
            </a:r>
          </a:p>
          <a:p xmlns:a="http://schemas.openxmlformats.org/drawingml/2006/main">
            <a:r>
              <a:t>Emphasize: A useful answer ends with reproducible evidence and a clear failure classification, not a plausible-looking command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Separate evaluation inventory from evidence that the skill improves outcomes.</a:t>
            </a:r>
          </a:p>
          <a:p xmlns:a="http://schemas.openxmlformats.org/drawingml/2006/main">
            <a:r>
              <a:t>Explain: 5 of 7 evaluation tasks are implemented; five runnable scenarios cover core collective contracts, including a real zero-count fixture; multi-node and device-dependent cases remain planned.</a:t>
            </a:r>
          </a:p>
          <a:p xmlns:a="http://schemas.openxmlformats.org/drawingml/2006/main">
            <a:r>
              <a:t>Emphasize: Implemented means the task can run. It does not mean the task passes, discriminates between treatments, or supports a promotion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Show how the draft guidance and task set were selected.</a:t>
            </a:r>
          </a:p>
          <a:p xmlns:a="http://schemas.openxmlformats.org/drawingml/2006/main">
            <a:r>
              <a:t>Explain: The starting material comes from official oneCCL documentation, examples, tests, and distributed failure evidence involving rank mismatch, ordering, completion, transport, and plugins.</a:t>
            </a:r>
          </a:p>
          <a:p xmlns:a="http://schemas.openxmlformats.org/drawingml/2006/main">
            <a:r>
              <a:t>Emphasize: Maintainers should correct, remove, or replace anything that does not reflect current project practice.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Clarify the proposed ownership boundary.</a:t>
            </a:r>
          </a:p>
          <a:p xmlns:a="http://schemas.openxmlformats.org/drawingml/2006/main">
            <a:r>
              <a:t>Explain: oneCCL maintainers own triggers, API truth, source freshness, limitations, and authentic cases; UXL maintains the catalog, Harbor integration, comparison design, and dashboard.</a:t>
            </a:r>
          </a:p>
          <a:p xmlns:a="http://schemas.openxmlformats.org/drawingml/2006/main">
            <a:r>
              <a:t>Emphasize: The skill cannot move beyond its incubating state without named project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https://github.com/uxlfoundation/skills/tree/main/skills/uxl-oneccl</a:t>
            </a:r>
          </a:p>
          <a:p xmlns:a="http://schemas.openxmlformats.org/drawingml/2006/main">
            <a:r>
              <a:t>- https://github.com/uxlfoundation/skills/blob/main/skill-cards/uxl-oneccl.md</a:t>
            </a:r>
          </a:p>
          <a:p xmlns:a="http://schemas.openxmlformats.org/drawingml/2006/main">
            <a:r>
              <a:t>- https://github.com/uxlfoundation/skills/blob/main/docs/maintainer-review/uxl-oneccl.md</a:t>
            </a:r>
          </a:p>
          <a:p xmlns:a="http://schemas.openxmlformats.org/drawingml/2006/main">
            <a:r>
              <a:t>- https://github.com/uxlfoundation/skills/blob/main/evaluation/harbor/suites.json</a:t>
            </a:r>
          </a:p>
          <a:p xmlns:a="http://schemas.openxmlformats.org/drawingml/2006/main">
            <a:r>
              <a:t>- https://github.com/uxlfoundation/skills/blob/main/evaluation/harbor/EVALUATOR_POLICY.md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guidance</a:t>
            </a:r>
          </a:p>
          <a:p xmlns:a="http://schemas.openxmlformats.org/drawingml/2006/main">
            <a:r>
              <a:t>Purpose: End with a small, concrete review request.</a:t>
            </a:r>
          </a:p>
          <a:p xmlns:a="http://schemas.openxmlformats.org/drawingml/2006/main">
            <a:r>
              <a:t>Explain: Ask maintainers to check the trigger and technical guidance, judge the task inventory, and name a reviewer or owner.</a:t>
            </a:r>
          </a:p>
          <a:p xmlns:a="http://schemas.openxmlformats.org/drawingml/2006/main">
            <a:r>
              <a:t>Emphasize: The desired output is specific corrections and realistic cases, not blanket endorsement of the draft.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efa1d925d4371" /><Relationship Type="http://schemas.openxmlformats.org/officeDocument/2006/relationships/image" Target="/ppt/media/image2.png" Id="R0de0deaf816d455e" /><Relationship Type="http://schemas.openxmlformats.org/officeDocument/2006/relationships/image" Target="/ppt/media/image3.png" Id="Rc844d942a3a64a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1a117ef3f14f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1b94cb5a754b3d" /><Relationship Type="http://schemas.openxmlformats.org/officeDocument/2006/relationships/image" Target="/ppt/media/image4.png" Id="R2a40478dd3a1442f" /><Relationship Type="http://schemas.openxmlformats.org/officeDocument/2006/relationships/image" Target="/ppt/media/image.png" Id="Rd2134248c94745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5641a0a0974ec5" /><Relationship Type="http://schemas.openxmlformats.org/officeDocument/2006/relationships/image" Target="/ppt/media/image5.png" Id="R469435b3b4a1464a" /><Relationship Type="http://schemas.openxmlformats.org/officeDocument/2006/relationships/image" Target="/ppt/media/image.png" Id="R3bcca30187af45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3392071dd4137" /><Relationship Type="http://schemas.openxmlformats.org/officeDocument/2006/relationships/image" Target="/ppt/media/image6.png" Id="Reeb1d02c5be34e54" /><Relationship Type="http://schemas.openxmlformats.org/officeDocument/2006/relationships/image" Target="/ppt/media/image.png" Id="Rdf3482727d8846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533ef6e58042de" /><Relationship Type="http://schemas.openxmlformats.org/officeDocument/2006/relationships/image" Target="/ppt/media/image3.png" Id="Raf7f78b2c8ca4c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0b26d08974319" /><Relationship Type="http://schemas.openxmlformats.org/officeDocument/2006/relationships/image" Target="/ppt/media/image7.png" Id="R180bea0f37be49ac" /><Relationship Type="http://schemas.openxmlformats.org/officeDocument/2006/relationships/image" Target="/ppt/media/image8.png" Id="R9134fc7f9e3a40b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f1818d0944910" /><Relationship Type="http://schemas.openxmlformats.org/officeDocument/2006/relationships/image" Target="/ppt/media/image9.png" Id="R32a765d2281d468e" /><Relationship Type="http://schemas.openxmlformats.org/officeDocument/2006/relationships/image" Target="/ppt/media/image3.png" Id="R272a8987727d43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d9e247af544e2" /><Relationship Type="http://schemas.openxmlformats.org/officeDocument/2006/relationships/image" Target="/ppt/media/image10.png" Id="Ra6dd79a693514dcc" /><Relationship Type="http://schemas.openxmlformats.org/officeDocument/2006/relationships/image" Target="/ppt/media/image.png" Id="R8f0a7840f38d44c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b3f23e4bd9411c" /><Relationship Type="http://schemas.openxmlformats.org/officeDocument/2006/relationships/image" Target="/ppt/media/image11.png" Id="Rebacc530542f4fad" /><Relationship Type="http://schemas.openxmlformats.org/officeDocument/2006/relationships/image" Target="/ppt/media/image3.png" Id="R72c17720a237438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241734b4f64c4a" /><Relationship Type="http://schemas.openxmlformats.org/officeDocument/2006/relationships/image" Target="/ppt/media/image3.png" Id="R97f3780074504d6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f9b965467249a2" /><Relationship Type="http://schemas.openxmlformats.org/officeDocument/2006/relationships/image" Target="/ppt/media/image12.png" Id="R7a7eac06cd8d48df" /><Relationship Type="http://schemas.openxmlformats.org/officeDocument/2006/relationships/image" Target="/ppt/media/image.png" Id="R74572c3a06e246e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79b8c695d4c3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837fe7aa743b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65ac88bd94bf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11442c7ac4db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ee8cc543a14d40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1212809d894843" /><Relationship Type="http://schemas.openxmlformats.org/officeDocument/2006/relationships/image" Target="/ppt/media/image8.png" Id="Rc37f99a6b32a4c29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60c655093c444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d9eee057094e4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e8c70d9c6c143c5" /><Relationship Type="http://schemas.openxmlformats.org/officeDocument/2006/relationships/image" Target="/ppt/media/image13.png" Id="R59122915eff448b8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b6687bbc6534e0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641b0a2f2346a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865b732af8413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1fd5b06adb4373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c2426e08b141a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277c8067a54956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a6300b76fa486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c64a38af3634055" /></Relationships>
</file>

<file path=ppt/slideLayouts/slideLayout1.xml><?xml version="1.0" encoding="utf-8"?>
<p:sldLayout xmlns:p="http://schemas.openxmlformats.org/presentationml/2006/main" matchingName="Thank You">
  <p:cSld name="Thank You">
    <p:bg>
      <p:bgPr>
        <a:blipFill xmlns:a="http://schemas.openxmlformats.org/drawingml/2006/main">
          <a:blip xmlns:r="http://schemas.openxmlformats.org/officeDocument/2006/relationships" r:embed="R0de0deaf816d455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0184EF6B-B731-4A4B-9F88-2D09CF561B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28C60AC1-D1F9-4302-85E1-9F96EFE042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6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44d942a3a64a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4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7466F925-C761-4FC6-8010-24310917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3934" y="6464808"/>
            <a:ext cx="438000" cy="1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sz="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rPr>
              <a:t>‹#›</a:t>
            </a:fld>
            <a:endParaRPr sz="800" b="0" i="0" u="none" cap="none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">
  <p:cSld name="Title">
    <p:bg>
      <p:bgPr>
        <a:blipFill xmlns:a="http://schemas.openxmlformats.org/drawingml/2006/main">
          <a:blip xmlns:r="http://schemas.openxmlformats.org/officeDocument/2006/relationships" r:embed="R2a40478dd3a1442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3D9B31CA-9F7C-444B-9127-2211184E04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5419" y="4732144"/>
            <a:ext cx="7202700" cy="55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376250E8-C76D-4246-9E57-8E9A0B9C9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4720" y="2125856"/>
            <a:ext cx="7202700" cy="248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0"/>
              <a:buNone/>
              <a:defRPr sz="90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0"/>
              <a:buNone/>
              <a:defRPr sz="90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22" name="Google Shape;19;p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134248c947454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4.xml><?xml version="1.0" encoding="utf-8"?>
<p:sldLayout xmlns:p="http://schemas.openxmlformats.org/presentationml/2006/main" matchingName="Image + Content">
  <p:cSld name="Image + Content">
    <p:bg>
      <p:bgPr>
        <a:blipFill xmlns:a="http://schemas.openxmlformats.org/drawingml/2006/main">
          <a:blip xmlns:r="http://schemas.openxmlformats.org/officeDocument/2006/relationships" r:embed="R469435b3b4a1464a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12541317-D5ED-472D-B8CE-B6AA613A28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81849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9190C952-D221-4914-8650-572F1686F1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F20D38E1-4995-4EAA-8F8C-3294AB048E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32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cca30187af45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05523224-8360-4F16-AAAF-B059321594B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4850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CF836F05-C5B5-4796-93DB-5CB33F4A7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81850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A10314F0-0E71-4DF7-92FD-7915A0C49A6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81849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3 Column">
  <p:cSld name="3 Column">
    <p:bg>
      <p:bgPr>
        <a:blipFill xmlns:a="http://schemas.openxmlformats.org/drawingml/2006/main">
          <a:blip xmlns:r="http://schemas.openxmlformats.org/officeDocument/2006/relationships" r:embed="Reeb1d02c5be34e54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2C286BA0-2848-4CB0-B8ED-B05F127D3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508000"/>
            <a:ext cx="10969200" cy="88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0" name="Google Shape;30;p6">
            <a:extLst xmlns:a="http://schemas.openxmlformats.org/drawingml/2006/main">
              <a:ext uri="{FF2B5EF4-FFF2-40B4-BE49-F238E27FC236}">
                <a16:creationId xmlns:a16="http://schemas.microsoft.com/office/drawing/2014/main" id="{F6320788-2A26-49DF-9E82-7E29296488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11A6D741-194B-4E61-8577-A979D29FDD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47" name="Google Shape;32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f3482727d8846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" name="Google Shape;33;p6">
            <a:extLst xmlns:a="http://schemas.openxmlformats.org/drawingml/2006/main">
              <a:ext uri="{FF2B5EF4-FFF2-40B4-BE49-F238E27FC236}">
                <a16:creationId xmlns:a16="http://schemas.microsoft.com/office/drawing/2014/main" id="{7414E324-EE01-4806-BE03-D154DB84BC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1416050"/>
            <a:ext cx="109692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8C311D82-E09E-43AB-9374-6B4F2D19E7C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12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A411423D-D01F-4137-BDD1-DB8A0750A98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112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E2B28271-833A-4332-B02E-8FF04ECB6F5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37515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A3C93514-097B-4A5A-95A0-FC68BBDBB3DD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37515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F9423233-66B7-4237-A4DC-6DD823F409C2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8039100" y="2305050"/>
            <a:ext cx="3441600" cy="193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6AD0949-6711-4A41-A8D9-45F443C3F29D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8039100" y="4368800"/>
            <a:ext cx="344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16E9E978-A1D5-4200-AD3B-95A7B807FA11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11201" y="4682068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1A2B1B51-2FF6-453C-8AB5-209BF78D5280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4375150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EF039A03-0470-4A10-B410-461214EB077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039099" y="4690536"/>
            <a:ext cx="34416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ntent + Image">
  <p:cSld name="Content + Imag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D41415B6-08AC-40A0-9070-C42B3700ECE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878056" y="0"/>
            <a:ext cx="5313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330DAE41-4F44-4D1C-B757-7DCD758C22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254352"/>
            <a:ext cx="66783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E89233E-20D6-4BD2-A4E7-63280A33F6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E809BA7D-A9D3-44E6-89B3-540F4CB6CA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73C680B-ECF1-4575-99A9-AF9C9FA0E3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2070101"/>
            <a:ext cx="66783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268527F6-7420-4027-BE03-277926BAF10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188" y="3098800"/>
            <a:ext cx="57834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0" name="Google Shape;50;p7">
            <a:extLst xmlns:a="http://schemas.openxmlformats.org/drawingml/2006/main">
              <a:ext uri="{FF2B5EF4-FFF2-40B4-BE49-F238E27FC236}">
                <a16:creationId xmlns:a16="http://schemas.microsoft.com/office/drawing/2014/main" id="{2372ACFA-DA83-4B93-9A90-C5F7F1E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59" name="Google Shape;5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7f78b2c8ca4c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7.xml><?xml version="1.0" encoding="utf-8"?>
<p:sldLayout xmlns:p="http://schemas.openxmlformats.org/presentationml/2006/main" matchingName="Section Title - Alt">
  <p:cSld name="Section Title - Alt">
    <p:bg>
      <p:bgPr>
        <a:blipFill xmlns:a="http://schemas.openxmlformats.org/drawingml/2006/main">
          <a:blip xmlns:r="http://schemas.openxmlformats.org/officeDocument/2006/relationships" r:embed="R180bea0f37be49a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F5C860C7-316E-4100-8E1F-DD7A852284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7FDBD9B0-29BD-4C32-AA7B-79B6E994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86C335D9-0262-47C9-AE48-B334AF3AAB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56" name="Google Shape;56;p8">
            <a:extLst xmlns:a="http://schemas.openxmlformats.org/drawingml/2006/main">
              <a:ext uri="{FF2B5EF4-FFF2-40B4-BE49-F238E27FC236}">
                <a16:creationId xmlns:a16="http://schemas.microsoft.com/office/drawing/2014/main" id="{A5C6E393-14F6-4B70-8AD8-D39F92F45B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pic>
        <p:nvPicPr>
          <p:cNvPr id="62" name="Google Shape;57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34fc7f9e3a40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03954" y="5416550"/>
            <a:ext cx="2167333" cy="806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Section Title">
  <p:cSld name="Section Title">
    <p:bg>
      <p:bgPr>
        <a:blipFill xmlns:a="http://schemas.openxmlformats.org/drawingml/2006/main">
          <a:blip xmlns:r="http://schemas.openxmlformats.org/officeDocument/2006/relationships" r:embed="R32a765d2281d468e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A565EF18-3B25-48B1-B3AF-C4AE936A8BE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31706" y="0"/>
            <a:ext cx="616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96B7BE86-1A68-43B5-A745-77D4D8E3F29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6" y="4748543"/>
            <a:ext cx="53178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D98B9B0D-13E8-4FC2-BCCB-96BAC2F6F2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89991FA8-80F5-4A15-AF19-F9A122C1D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63" name="Google Shape;63;p9">
            <a:extLst xmlns:a="http://schemas.openxmlformats.org/drawingml/2006/main">
              <a:ext uri="{FF2B5EF4-FFF2-40B4-BE49-F238E27FC236}">
                <a16:creationId xmlns:a16="http://schemas.microsoft.com/office/drawing/2014/main" id="{4BAB767F-5601-4F12-A69F-51F81DF0E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6" y="2817241"/>
            <a:ext cx="5317800" cy="193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7000"/>
              <a:buFont typeface="Lato Black"/>
              <a:buNone/>
              <a:defRPr sz="7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64" name="Google Shape;64;p9">
            <a:extLst xmlns:a="http://schemas.openxmlformats.org/drawingml/2006/main">
              <a:ext uri="{FF2B5EF4-FFF2-40B4-BE49-F238E27FC236}">
                <a16:creationId xmlns:a16="http://schemas.microsoft.com/office/drawing/2014/main" id="{459BE17B-CC11-4E58-9376-9AD4A06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72" name="Google Shape;65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2a8987727d439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1_Image + Content">
  <p:cSld name="1_Image + Content">
    <p:bg>
      <p:bgPr>
        <a:blipFill xmlns:a="http://schemas.openxmlformats.org/drawingml/2006/main">
          <a:blip xmlns:r="http://schemas.openxmlformats.org/officeDocument/2006/relationships" r:embed="Ra6dd79a693514dcc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591EB01D-19B3-499D-BA36-3C8CAE6BC0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DF84B5CD-FF12-4BBD-9680-41A6052924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pic>
        <p:nvPicPr>
          <p:cNvPr id="77" name="Google Shape;69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0a7840f38d44c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0" name="Google Shape;70;p10">
            <a:extLst xmlns:a="http://schemas.openxmlformats.org/drawingml/2006/main">
              <a:ext uri="{FF2B5EF4-FFF2-40B4-BE49-F238E27FC236}">
                <a16:creationId xmlns:a16="http://schemas.microsoft.com/office/drawing/2014/main" id="{3D83FD3B-7DC3-4CB3-8949-6DA154F5FD9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245731" y="1587500"/>
            <a:ext cx="6261000" cy="35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10">
            <a:extLst xmlns:a="http://schemas.openxmlformats.org/drawingml/2006/main">
              <a:ext uri="{FF2B5EF4-FFF2-40B4-BE49-F238E27FC236}">
                <a16:creationId xmlns:a16="http://schemas.microsoft.com/office/drawing/2014/main" id="{E375A252-3B4B-4BB9-BF95-43FAA9DFA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1587501"/>
            <a:ext cx="4398900" cy="157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2" name="Google Shape;72;p10">
            <a:extLst xmlns:a="http://schemas.openxmlformats.org/drawingml/2006/main">
              <a:ext uri="{FF2B5EF4-FFF2-40B4-BE49-F238E27FC236}">
                <a16:creationId xmlns:a16="http://schemas.microsoft.com/office/drawing/2014/main" id="{44A20E46-A2C9-4EF5-9B08-5CD91CC6E24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8" y="3710800"/>
            <a:ext cx="4398900" cy="111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3" name="Google Shape;73;p10">
            <a:extLst xmlns:a="http://schemas.openxmlformats.org/drawingml/2006/main">
              <a:ext uri="{FF2B5EF4-FFF2-40B4-BE49-F238E27FC236}">
                <a16:creationId xmlns:a16="http://schemas.microsoft.com/office/drawing/2014/main" id="{6B3E30D7-005A-4814-B526-AB74BD8DC8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1357" y="3389821"/>
            <a:ext cx="43989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50/50 - Left">
  <p:cSld name="50/50 - Left">
    <p:bg>
      <p:bgPr>
        <a:blipFill xmlns:a="http://schemas.openxmlformats.org/drawingml/2006/main">
          <a:blip xmlns:r="http://schemas.openxmlformats.org/officeDocument/2006/relationships" r:embed="Rebacc530542f4fa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1">
            <a:extLst xmlns:a="http://schemas.openxmlformats.org/drawingml/2006/main">
              <a:ext uri="{FF2B5EF4-FFF2-40B4-BE49-F238E27FC236}">
                <a16:creationId xmlns:a16="http://schemas.microsoft.com/office/drawing/2014/main" id="{5F7A92BA-227F-4F3C-B88F-F9CC2F9D1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8" y="254352"/>
            <a:ext cx="5122500" cy="187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76" name="Google Shape;76;p11">
            <a:extLst xmlns:a="http://schemas.openxmlformats.org/drawingml/2006/main">
              <a:ext uri="{FF2B5EF4-FFF2-40B4-BE49-F238E27FC236}">
                <a16:creationId xmlns:a16="http://schemas.microsoft.com/office/drawing/2014/main" id="{54BEDE05-B946-43A3-902F-9F1E957AC7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11">
            <a:extLst xmlns:a="http://schemas.openxmlformats.org/drawingml/2006/main">
              <a:ext uri="{FF2B5EF4-FFF2-40B4-BE49-F238E27FC236}">
                <a16:creationId xmlns:a16="http://schemas.microsoft.com/office/drawing/2014/main" id="{AFD77255-7E15-41FC-A222-30E0C202FB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78" name="Google Shape;78;p11">
            <a:extLst xmlns:a="http://schemas.openxmlformats.org/drawingml/2006/main">
              <a:ext uri="{FF2B5EF4-FFF2-40B4-BE49-F238E27FC236}">
                <a16:creationId xmlns:a16="http://schemas.microsoft.com/office/drawing/2014/main" id="{C8F2D1CC-DD91-4700-875A-2BD86ECCCBF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11357" y="2070101"/>
            <a:ext cx="5122500" cy="49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003ED"/>
              </a:buClr>
              <a:buSzPts val="2800"/>
              <a:buNone/>
              <a:defRPr sz="2800">
                <a:solidFill>
                  <a:srgbClr val="A003ED"/>
                </a:solidFill>
                <a:latin typeface="Lato Light"/>
                <a:ea typeface="Lato Light"/>
                <a:cs typeface="Lato Light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9" name="Google Shape;79;p11">
            <a:extLst xmlns:a="http://schemas.openxmlformats.org/drawingml/2006/main">
              <a:ext uri="{FF2B5EF4-FFF2-40B4-BE49-F238E27FC236}">
                <a16:creationId xmlns:a16="http://schemas.microsoft.com/office/drawing/2014/main" id="{197A1598-5BF4-4BFA-A87C-90E0F058D5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1357" y="3098800"/>
            <a:ext cx="4283100" cy="260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86" name="Google Shape;80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c17720a23743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1.xml><?xml version="1.0" encoding="utf-8"?>
<p:sldLayout xmlns:p="http://schemas.openxmlformats.org/presentationml/2006/main" matchingName="Image + Caption">
  <p:cSld name="Image +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2">
            <a:extLst xmlns:a="http://schemas.openxmlformats.org/drawingml/2006/main">
              <a:ext uri="{FF2B5EF4-FFF2-40B4-BE49-F238E27FC236}">
                <a16:creationId xmlns:a16="http://schemas.microsoft.com/office/drawing/2014/main" id="{A880A401-653F-43CC-96D9-4FE471FBD0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52" y="0"/>
            <a:ext cx="12190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3" name="Google Shape;83;p12">
            <a:extLst xmlns:a="http://schemas.openxmlformats.org/drawingml/2006/main">
              <a:ext uri="{FF2B5EF4-FFF2-40B4-BE49-F238E27FC236}">
                <a16:creationId xmlns:a16="http://schemas.microsoft.com/office/drawing/2014/main" id="{7367C427-DCFD-4308-A30E-DE036C85F60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1" y="0"/>
            <a:ext cx="45069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4" name="Google Shape;84;p12">
            <a:extLst xmlns:a="http://schemas.openxmlformats.org/drawingml/2006/main">
              <a:ext uri="{FF2B5EF4-FFF2-40B4-BE49-F238E27FC236}">
                <a16:creationId xmlns:a16="http://schemas.microsoft.com/office/drawing/2014/main" id="{EAEB2F9B-37E7-4DBD-8EEE-2BD6F9F0CB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12">
            <a:extLst xmlns:a="http://schemas.openxmlformats.org/drawingml/2006/main">
              <a:ext uri="{FF2B5EF4-FFF2-40B4-BE49-F238E27FC236}">
                <a16:creationId xmlns:a16="http://schemas.microsoft.com/office/drawing/2014/main" id="{4787BE10-245B-42B7-A90E-9B81018B66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 Black"/>
              <a:buNone/>
              <a:defRPr sz="1100" b="0" i="0" u="none" cap="none">
                <a:solidFill>
                  <a:srgbClr val="FFFFFF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86" name="Google Shape;86;p12">
            <a:extLst xmlns:a="http://schemas.openxmlformats.org/drawingml/2006/main">
              <a:ext uri="{FF2B5EF4-FFF2-40B4-BE49-F238E27FC236}">
                <a16:creationId xmlns:a16="http://schemas.microsoft.com/office/drawing/2014/main" id="{2E5D6EDB-F6E8-494B-BEA1-CFA948A1F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11200" y="3581400"/>
            <a:ext cx="3166500" cy="857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b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7" name="Google Shape;87;p12">
            <a:extLst xmlns:a="http://schemas.openxmlformats.org/drawingml/2006/main">
              <a:ext uri="{FF2B5EF4-FFF2-40B4-BE49-F238E27FC236}">
                <a16:creationId xmlns:a16="http://schemas.microsoft.com/office/drawing/2014/main" id="{D244FE2F-D85A-43C8-81C3-7B6AA5A89A6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11202" y="4438647"/>
            <a:ext cx="3166500" cy="129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88" name="Google Shape;88;p12">
            <a:extLst xmlns:a="http://schemas.openxmlformats.org/drawingml/2006/main">
              <a:ext uri="{FF2B5EF4-FFF2-40B4-BE49-F238E27FC236}">
                <a16:creationId xmlns:a16="http://schemas.microsoft.com/office/drawing/2014/main" id="{4941836E-FCB1-4F10-8CC6-9A39D0C6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0985800" y="5429098"/>
            <a:ext cx="558300" cy="1854300"/>
          </a:xfrm>
          <a:prstGeom xmlns:a="http://schemas.openxmlformats.org/drawingml/2006/main" prst="round2SameRect">
            <a:avLst>
              <a:gd name="adj1" fmla="val 18155"/>
              <a:gd name="adj2" fmla="val 0"/>
            </a:avLst>
          </a:prstGeom>
          <a:gradFill xmlns:a="http://schemas.openxmlformats.org/drawingml/2006/main">
            <a:gsLst>
              <a:gs pos="0">
                <a:srgbClr val="A003ED"/>
              </a:gs>
              <a:gs pos="100000">
                <a:srgbClr val="1E2F76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 Light"/>
              <a:buNone/>
            </a:pPr>
            <a:endParaRPr sz="1200" b="0" i="0" u="none" cap="none">
              <a:solidFill>
                <a:srgbClr val="FFFFFF"/>
              </a:solidFill>
              <a:latin typeface="Lato Light"/>
              <a:ea typeface="Lato Light"/>
              <a:cs typeface="Lato Light"/>
            </a:endParaRPr>
          </a:p>
        </p:txBody>
      </p:sp>
      <p:pic>
        <p:nvPicPr>
          <p:cNvPr id="97" name="Google Shape;89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7f3780074504d6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2.xml><?xml version="1.0" encoding="utf-8"?>
<p:sldLayout xmlns:p="http://schemas.openxmlformats.org/presentationml/2006/main" matchingName="Quote">
  <p:cSld name="Quote">
    <p:bg>
      <p:bgPr>
        <a:blipFill xmlns:a="http://schemas.openxmlformats.org/drawingml/2006/main">
          <a:blip xmlns:r="http://schemas.openxmlformats.org/officeDocument/2006/relationships" r:embed="R7a7eac06cd8d48df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A06B95D6-096A-4749-999F-A189AB19BB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03799" y="1266186"/>
            <a:ext cx="6013500" cy="264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4000"/>
              <a:buFont typeface="Lato Light"/>
              <a:buNone/>
              <a:defRPr sz="4000">
                <a:latin typeface="Lato Light"/>
                <a:ea typeface="Lato Light"/>
                <a:cs typeface="Lato Ligh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110A1962-DDA9-4494-A602-B2FB105B2E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937258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B02978BB-1CAF-4255-906C-AE755079B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4" name="Google Shape;94;p13">
            <a:extLst xmlns:a="http://schemas.openxmlformats.org/drawingml/2006/main">
              <a:ext uri="{FF2B5EF4-FFF2-40B4-BE49-F238E27FC236}">
                <a16:creationId xmlns:a16="http://schemas.microsoft.com/office/drawing/2014/main" id="{6FCC3D18-5C96-4A28-A821-9C09CA23DA8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17550" y="1092200"/>
            <a:ext cx="3663900" cy="407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1B0139C4-18EE-45B6-8108-E78B2EBA2E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575300" y="41899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Lato Black"/>
                <a:ea typeface="Lato Black"/>
                <a:cs typeface="Lato Black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F48726BE-8428-4D96-A99E-2204EDF48F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575300" y="4431201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AD820F24-36C9-483D-BCEF-5E0BFEA6E8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5575300" y="4721186"/>
            <a:ext cx="481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0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ato Light"/>
                <a:ea typeface="Lato Light"/>
                <a:cs typeface="Lato Light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pic>
        <p:nvPicPr>
          <p:cNvPr id="109" name="Google Shape;98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4572c3a06e246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82894" y="6172200"/>
            <a:ext cx="1023938" cy="380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487BC388-1C13-4C20-9703-A397E8D8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2613" y="4256576"/>
            <a:ext cx="731838" cy="654050"/>
          </a:xfrm>
          <a:custGeom xmlns:a="http://schemas.openxmlformats.org/drawingml/2006/main">
            <a:rect l="l" t="t" r="r" b="b"/>
            <a:pathLst>
              <a:path w="534" h="478">
                <a:moveTo>
                  <a:pt x="0" y="237"/>
                </a:moveTo>
                <a:cubicBezTo>
                  <a:pt x="118" y="237"/>
                  <a:pt x="118" y="237"/>
                  <a:pt x="118" y="237"/>
                </a:cubicBezTo>
                <a:cubicBezTo>
                  <a:pt x="116" y="265"/>
                  <a:pt x="107" y="290"/>
                  <a:pt x="91" y="311"/>
                </a:cubicBezTo>
                <a:cubicBezTo>
                  <a:pt x="74" y="332"/>
                  <a:pt x="44" y="353"/>
                  <a:pt x="0" y="374"/>
                </a:cubicBezTo>
                <a:cubicBezTo>
                  <a:pt x="54" y="478"/>
                  <a:pt x="54" y="478"/>
                  <a:pt x="54" y="478"/>
                </a:cubicBezTo>
                <a:cubicBezTo>
                  <a:pt x="124" y="447"/>
                  <a:pt x="174" y="410"/>
                  <a:pt x="203" y="368"/>
                </a:cubicBezTo>
                <a:cubicBezTo>
                  <a:pt x="232" y="326"/>
                  <a:pt x="247" y="269"/>
                  <a:pt x="247" y="196"/>
                </a:cubicBezTo>
                <a:cubicBezTo>
                  <a:pt x="247" y="0"/>
                  <a:pt x="247" y="0"/>
                  <a:pt x="24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37"/>
                  <a:pt x="0" y="237"/>
                  <a:pt x="0" y="237"/>
                </a:cubicBezTo>
                <a:close/>
                <a:moveTo>
                  <a:pt x="287" y="237"/>
                </a:moveTo>
                <a:cubicBezTo>
                  <a:pt x="405" y="237"/>
                  <a:pt x="405" y="237"/>
                  <a:pt x="405" y="237"/>
                </a:cubicBezTo>
                <a:cubicBezTo>
                  <a:pt x="403" y="265"/>
                  <a:pt x="394" y="290"/>
                  <a:pt x="378" y="311"/>
                </a:cubicBezTo>
                <a:cubicBezTo>
                  <a:pt x="361" y="332"/>
                  <a:pt x="331" y="353"/>
                  <a:pt x="287" y="374"/>
                </a:cubicBezTo>
                <a:cubicBezTo>
                  <a:pt x="341" y="478"/>
                  <a:pt x="341" y="478"/>
                  <a:pt x="341" y="478"/>
                </a:cubicBezTo>
                <a:cubicBezTo>
                  <a:pt x="411" y="447"/>
                  <a:pt x="461" y="410"/>
                  <a:pt x="490" y="368"/>
                </a:cubicBezTo>
                <a:cubicBezTo>
                  <a:pt x="519" y="326"/>
                  <a:pt x="534" y="269"/>
                  <a:pt x="534" y="196"/>
                </a:cubicBezTo>
                <a:cubicBezTo>
                  <a:pt x="534" y="0"/>
                  <a:pt x="534" y="0"/>
                  <a:pt x="534" y="0"/>
                </a:cubicBezTo>
                <a:cubicBezTo>
                  <a:pt x="287" y="0"/>
                  <a:pt x="287" y="0"/>
                  <a:pt x="287" y="0"/>
                </a:cubicBezTo>
                <a:cubicBezTo>
                  <a:pt x="287" y="237"/>
                  <a:pt x="287" y="237"/>
                  <a:pt x="287" y="237"/>
                </a:cubicBezTo>
                <a:close/>
              </a:path>
            </a:pathLst>
          </a:custGeom>
          <a:solidFill xmlns:a="http://schemas.openxmlformats.org/drawingml/2006/main">
            <a:srgbClr val="A003E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 Light"/>
              <a:buNone/>
            </a:pPr>
            <a:endParaRPr sz="1800" b="0" i="0" u="none" cap="none">
              <a:solidFill>
                <a:srgbClr val="000000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00" name="Google Shape;100;p13">
            <a:extLst xmlns:a="http://schemas.openxmlformats.org/drawingml/2006/main">
              <a:ext uri="{FF2B5EF4-FFF2-40B4-BE49-F238E27FC236}">
                <a16:creationId xmlns:a16="http://schemas.microsoft.com/office/drawing/2014/main" id="{22400EC8-4BFC-4B72-B061-8FBC7C56A60A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4110038" y="1092200"/>
            <a:ext cx="731400" cy="65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DFCBE7E-9CE1-4639-8625-700909572F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C9E40E3F-CAF5-40C0-A939-1FF682A11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146F5DBC-AE26-4446-9EDC-F3AED93268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1_Title and Bulleted Text">
  <p:cSld name="1_Title and Bullete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1B8401F1-851C-4C21-91DE-D4DDAF2F88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7484" y="1274878"/>
            <a:ext cx="10970700" cy="4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2pPr>
            <a:lvl3pPr marL="1371600" indent="-3810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>
                <a:solidFill>
                  <a:schemeClr val="lt1"/>
                </a:solidFill>
              </a:defRPr>
            </a:lvl3pPr>
            <a:lvl4pPr marL="1828800" indent="-36404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133"/>
              <a:buChar char="•"/>
              <a:defRPr sz="2133">
                <a:solidFill>
                  <a:schemeClr val="lt1"/>
                </a:solidFill>
              </a:defRPr>
            </a:lvl4pPr>
            <a:lvl5pPr marL="2286000" indent="-3302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6C0AB984-C87B-40ED-BCE0-672D0B375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55471" y="6417288"/>
            <a:ext cx="5211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067" b="0" i="0" u="none" cap="none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cxnSp>
        <p:nvCxnSpPr>
          <p:cNvPr id="123" name="Google Shape;108;p15"/>
          <p:cNvCxnSpPr/>
          <p:nvPr/>
        </p:nvCxnSpPr>
        <p:spPr>
          <a:xfrm xmlns:a="http://schemas.openxmlformats.org/drawingml/2006/main">
            <a:off x="11731367" y="6432290"/>
            <a:ext cx="0" cy="2964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chemeClr val="lt1"/>
            </a:solidFill>
            <a:prstDash val="solid"/>
            <a:miter/>
            <a:headEnd type="none" w="sm" len="sm"/>
            <a:tailEnd type="none" w="sm" len="sm"/>
          </a:ln>
        </p:spPr>
      </p:cxnSp>
    </p:spTree>
  </p:cSld>
</p:sldLayout>
</file>

<file path=ppt/slideLayouts/slideLayout15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5EED09-FE29-1679-80F0-4F41DC4E96C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D36D4-160C-EFC2-1556-BFEBBDF0F21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08E408-2CB0-F310-B961-FBB20C11A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0817111-9B06-6C72-E224-84EAFD0374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BFF89E-C6DE-0A01-E76B-E2BF3BED0A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DDCD8B-4975-BC43-CA90-F602B97C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232200-74F9-8FF9-D6E8-EA020AFC05E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F6B64B-E803-E85A-C38C-4270ADD597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E73FBD-2167-D62D-180B-975EB687D0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2E63B7-2BE8-7C67-E431-9A5E805B35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Content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17">
            <a:extLst xmlns:a="http://schemas.openxmlformats.org/drawingml/2006/main">
              <a:ext uri="{FF2B5EF4-FFF2-40B4-BE49-F238E27FC236}">
                <a16:creationId xmlns:a16="http://schemas.microsoft.com/office/drawing/2014/main" id="{4909104E-5D6C-438E-86B2-33C54048BA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>
                <a:solidFill>
                  <a:srgbClr val="6F1BBA"/>
                </a:solidFill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19" name="Google Shape;119;p17">
            <a:extLst xmlns:a="http://schemas.openxmlformats.org/drawingml/2006/main">
              <a:ext uri="{FF2B5EF4-FFF2-40B4-BE49-F238E27FC236}">
                <a16:creationId xmlns:a16="http://schemas.microsoft.com/office/drawing/2014/main" id="{C951574A-BC3A-4874-B5F4-74B462CB3C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>
                <a:latin typeface="Lato"/>
                <a:ea typeface="Lato"/>
                <a:cs typeface="Lato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>
                <a:latin typeface="Lato"/>
                <a:ea typeface="Lato"/>
                <a:cs typeface="Lato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Lato"/>
                <a:ea typeface="Lato"/>
                <a:cs typeface="Lato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0" name="Google Shape;120;p17">
            <a:extLst xmlns:a="http://schemas.openxmlformats.org/drawingml/2006/main">
              <a:ext uri="{FF2B5EF4-FFF2-40B4-BE49-F238E27FC236}">
                <a16:creationId xmlns:a16="http://schemas.microsoft.com/office/drawing/2014/main" id="{073248DA-CE16-4250-AC1F-59101874E50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17">
            <a:extLst xmlns:a="http://schemas.openxmlformats.org/drawingml/2006/main">
              <a:ext uri="{FF2B5EF4-FFF2-40B4-BE49-F238E27FC236}">
                <a16:creationId xmlns:a16="http://schemas.microsoft.com/office/drawing/2014/main" id="{A6D84400-C57D-41B3-8EDC-48230185F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ato"/>
                <a:ea typeface="Lato"/>
                <a:cs typeface="Lato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E88EF1AC-4C7B-4D3F-A098-194067AFC7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Title Only 1" preserve="1">
  <p:cSld name="Title Only 1">
    <p:bg>
      <p:bgPr>
        <a:gradFill xmlns:a="http://schemas.openxmlformats.org/drawingml/2006/main">
          <a:gsLst>
            <a:gs pos="0">
              <a:srgbClr val="9C03E8"/>
            </a:gs>
            <a:gs pos="100000">
              <a:srgbClr val="3A3286"/>
            </a:gs>
          </a:gsLst>
          <a:lin ang="18599929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59EA5F7-6180-4085-85D0-F25013F8D9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5D7B9E06-1245-4115-8CB9-ED5FF48525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707654" y="6412912"/>
            <a:ext cx="420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000" b="0" i="0" u="none" cap="none">
                <a:solidFill>
                  <a:srgbClr val="7351F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29" name="Google Shape;126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7f99a6b32a4c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3873" y="6131349"/>
            <a:ext cx="1279854" cy="476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9.xml><?xml version="1.0" encoding="utf-8"?>
<p:sldLayout xmlns:p="http://schemas.openxmlformats.org/presentationml/2006/main" matchingName="Caption" preserve="1">
  <p:cSld name="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19">
            <a:extLst xmlns:a="http://schemas.openxmlformats.org/drawingml/2006/main">
              <a:ext uri="{FF2B5EF4-FFF2-40B4-BE49-F238E27FC236}">
                <a16:creationId xmlns:a16="http://schemas.microsoft.com/office/drawing/2014/main" id="{CAF3F56D-2491-4093-BAC7-C5B8A10901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5600" y="5640767"/>
            <a:ext cx="7998300" cy="80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29" name="Google Shape;129;p19">
            <a:extLst xmlns:a="http://schemas.openxmlformats.org/drawingml/2006/main">
              <a:ext uri="{FF2B5EF4-FFF2-40B4-BE49-F238E27FC236}">
                <a16:creationId xmlns:a16="http://schemas.microsoft.com/office/drawing/2014/main" id="{374AE68E-3766-4013-BFD7-DB7783D322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296610" y="6217622"/>
            <a:ext cx="731700" cy="52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, 2 sub, 2 column" preserve="1">
  <p:cSld name="Title, 2 sub,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20">
            <a:extLst xmlns:a="http://schemas.openxmlformats.org/drawingml/2006/main">
              <a:ext uri="{FF2B5EF4-FFF2-40B4-BE49-F238E27FC236}">
                <a16:creationId xmlns:a16="http://schemas.microsoft.com/office/drawing/2014/main" id="{D90349AC-C298-4B00-9985-ABACDC4562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27036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2" name="Google Shape;132;p20">
            <a:extLst xmlns:a="http://schemas.openxmlformats.org/drawingml/2006/main">
              <a:ext uri="{FF2B5EF4-FFF2-40B4-BE49-F238E27FC236}">
                <a16:creationId xmlns:a16="http://schemas.microsoft.com/office/drawing/2014/main" id="{82354204-0DD3-44C7-91A6-909FAD4FB33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00" y="978898"/>
            <a:ext cx="5091300" cy="37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A86"/>
              </a:buClr>
              <a:buSzPts val="1800"/>
              <a:buNone/>
              <a:defRPr sz="1800" b="0" i="0">
                <a:solidFill>
                  <a:srgbClr val="004A86"/>
                </a:solidFill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3" name="Google Shape;133;p20">
            <a:extLst xmlns:a="http://schemas.openxmlformats.org/drawingml/2006/main">
              <a:ext uri="{FF2B5EF4-FFF2-40B4-BE49-F238E27FC236}">
                <a16:creationId xmlns:a16="http://schemas.microsoft.com/office/drawing/2014/main" id="{1220AB53-41DF-4EF2-B5E4-592F79C9218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096002" y="144145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4" name="Google Shape;134;p20">
            <a:extLst xmlns:a="http://schemas.openxmlformats.org/drawingml/2006/main">
              <a:ext uri="{FF2B5EF4-FFF2-40B4-BE49-F238E27FC236}">
                <a16:creationId xmlns:a16="http://schemas.microsoft.com/office/drawing/2014/main" id="{1E3B348D-69F5-4700-8754-2B1A8A887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27036" y="1441440"/>
            <a:ext cx="5091300" cy="451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rmAutofit/>
          </a:bodyPr>
          <a:lstStyle xmlns:a="http://schemas.openxmlformats.org/drawingml/2006/main">
            <a:lvl1pPr marL="4572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▪"/>
              <a:defRPr sz="1400" b="0" i="0">
                <a:latin typeface="Lato"/>
                <a:ea typeface="Lato"/>
                <a:cs typeface="Lato"/>
              </a:defRPr>
            </a:lvl1pPr>
            <a:lvl2pPr marL="9144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 b="0" i="0">
                <a:latin typeface="Arial"/>
                <a:ea typeface="Arial"/>
                <a:cs typeface="Arial"/>
              </a:defRPr>
            </a:lvl2pPr>
            <a:lvl3pPr marL="1371600" indent="-29527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50"/>
              <a:buChar char="•"/>
              <a:defRPr sz="1050" b="0" i="0"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400"/>
              <a:buChar char="•"/>
              <a:defRPr sz="1400"/>
            </a:lvl4pPr>
            <a:lvl5pPr marL="2286000" indent="-30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Char char="•"/>
              <a:defRPr sz="1200"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35" name="Google Shape;135;p20">
            <a:extLst xmlns:a="http://schemas.openxmlformats.org/drawingml/2006/main">
              <a:ext uri="{FF2B5EF4-FFF2-40B4-BE49-F238E27FC236}">
                <a16:creationId xmlns:a16="http://schemas.microsoft.com/office/drawing/2014/main" id="{F48425C2-BEE0-4360-9596-3CB74762A09A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427037" y="277148"/>
            <a:ext cx="10942500" cy="43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b="0" i="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marL="13716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marL="2286000" indent="-3429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marL="27432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marL="32004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marL="36576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marL="411480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matchingName="Title Slide" preserve="1">
  <p:cSld name="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Google Shape;137;p21">
            <a:extLst xmlns:a="http://schemas.openxmlformats.org/drawingml/2006/main">
              <a:ext uri="{FF2B5EF4-FFF2-40B4-BE49-F238E27FC236}">
                <a16:creationId xmlns:a16="http://schemas.microsoft.com/office/drawing/2014/main" id="{D177387D-3569-4FCE-98E3-EEAD727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hlink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rgbClr val="6F1BBA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40" name="Google Shape;1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122915eff448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06161" y="2085009"/>
            <a:ext cx="5779678" cy="21574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2.xml><?xml version="1.0" encoding="utf-8"?>
<p:sldLayout xmlns:p="http://schemas.openxmlformats.org/presentationml/2006/main" matchingName="Two Content 1" preserve="1">
  <p:cSld name="Two Content 1"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22">
            <a:extLst xmlns:a="http://schemas.openxmlformats.org/drawingml/2006/main">
              <a:ext uri="{FF2B5EF4-FFF2-40B4-BE49-F238E27FC236}">
                <a16:creationId xmlns:a16="http://schemas.microsoft.com/office/drawing/2014/main" id="{69914F38-B09D-4779-A4ED-4B2E086D2E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866913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b="1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41" name="Google Shape;141;p22">
            <a:extLst xmlns:a="http://schemas.openxmlformats.org/drawingml/2006/main">
              <a:ext uri="{FF2B5EF4-FFF2-40B4-BE49-F238E27FC236}">
                <a16:creationId xmlns:a16="http://schemas.microsoft.com/office/drawing/2014/main" id="{69B6FA08-B05C-4E88-8E52-0BF8367DB6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328285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1800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itle Slide" preserve="1">
  <p:cSld name="1_Title Slide">
    <p:bg>
      <p:bgPr>
        <a:gradFill xmlns:a="http://schemas.openxmlformats.org/drawingml/2006/main">
          <a:gsLst>
            <a:gs pos="0">
              <a:schemeClr val="lt1"/>
            </a:gs>
            <a:gs pos="71000">
              <a:srgbClr val="E1E2E6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Google Shape;143;p23">
            <a:extLst xmlns:a="http://schemas.openxmlformats.org/drawingml/2006/main">
              <a:ext uri="{FF2B5EF4-FFF2-40B4-BE49-F238E27FC236}">
                <a16:creationId xmlns:a16="http://schemas.microsoft.com/office/drawing/2014/main" id="{58014FB6-7A9F-463A-8A8C-8254EC9211D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75930" y="1059610"/>
            <a:ext cx="4742400" cy="238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Lato"/>
              <a:buNone/>
              <a:defRPr sz="6000">
                <a:solidFill>
                  <a:srgbClr val="6F1BBA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24">
            <a:extLst xmlns:a="http://schemas.openxmlformats.org/drawingml/2006/main">
              <a:ext uri="{FF2B5EF4-FFF2-40B4-BE49-F238E27FC236}">
                <a16:creationId xmlns:a16="http://schemas.microsoft.com/office/drawing/2014/main" id="{18036E07-AEB9-406F-95B3-8EA0442BFF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24">
            <a:extLst xmlns:a="http://schemas.openxmlformats.org/drawingml/2006/main">
              <a:ext uri="{FF2B5EF4-FFF2-40B4-BE49-F238E27FC236}">
                <a16:creationId xmlns:a16="http://schemas.microsoft.com/office/drawing/2014/main" id="{887AD5CB-5A5D-4401-929E-C694A854A1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24">
            <a:extLst xmlns:a="http://schemas.openxmlformats.org/drawingml/2006/main">
              <a:ext uri="{FF2B5EF4-FFF2-40B4-BE49-F238E27FC236}">
                <a16:creationId xmlns:a16="http://schemas.microsoft.com/office/drawing/2014/main" id="{5B05DDDD-F752-4EA7-B41E-62DCDABA9B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Compariso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9" name="Google Shape;149;p25">
            <a:extLst xmlns:a="http://schemas.openxmlformats.org/drawingml/2006/main">
              <a:ext uri="{FF2B5EF4-FFF2-40B4-BE49-F238E27FC236}">
                <a16:creationId xmlns:a16="http://schemas.microsoft.com/office/drawing/2014/main" id="{B0163DE0-2731-4804-9016-41DC430EE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0" name="Google Shape;150;p25">
            <a:extLst xmlns:a="http://schemas.openxmlformats.org/drawingml/2006/main">
              <a:ext uri="{FF2B5EF4-FFF2-40B4-BE49-F238E27FC236}">
                <a16:creationId xmlns:a16="http://schemas.microsoft.com/office/drawing/2014/main" id="{EA73E023-0D77-4878-A09D-5BCACA3DB7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1" name="Google Shape;151;p25">
            <a:extLst xmlns:a="http://schemas.openxmlformats.org/drawingml/2006/main">
              <a:ext uri="{FF2B5EF4-FFF2-40B4-BE49-F238E27FC236}">
                <a16:creationId xmlns:a16="http://schemas.microsoft.com/office/drawing/2014/main" id="{A9AB3DE5-B81B-450B-BD65-BC5E4A9469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2" name="Google Shape;152;p25">
            <a:extLst xmlns:a="http://schemas.openxmlformats.org/drawingml/2006/main">
              <a:ext uri="{FF2B5EF4-FFF2-40B4-BE49-F238E27FC236}">
                <a16:creationId xmlns:a16="http://schemas.microsoft.com/office/drawing/2014/main" id="{A78EEBE9-6000-4F72-831D-12777D7735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3" name="Google Shape;153;p25">
            <a:extLst xmlns:a="http://schemas.openxmlformats.org/drawingml/2006/main">
              <a:ext uri="{FF2B5EF4-FFF2-40B4-BE49-F238E27FC236}">
                <a16:creationId xmlns:a16="http://schemas.microsoft.com/office/drawing/2014/main" id="{3F3F59ED-A382-4B5E-835E-6EEE40CF7521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54" name="Google Shape;154;p25">
            <a:extLst xmlns:a="http://schemas.openxmlformats.org/drawingml/2006/main">
              <a:ext uri="{FF2B5EF4-FFF2-40B4-BE49-F238E27FC236}">
                <a16:creationId xmlns:a16="http://schemas.microsoft.com/office/drawing/2014/main" id="{9B5216FF-C0B1-47B5-B6A8-4C4F0D166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25">
            <a:extLst xmlns:a="http://schemas.openxmlformats.org/drawingml/2006/main">
              <a:ext uri="{FF2B5EF4-FFF2-40B4-BE49-F238E27FC236}">
                <a16:creationId xmlns:a16="http://schemas.microsoft.com/office/drawing/2014/main" id="{888567BB-000A-4C13-87A7-BA72B851A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25">
            <a:extLst xmlns:a="http://schemas.openxmlformats.org/drawingml/2006/main">
              <a:ext uri="{FF2B5EF4-FFF2-40B4-BE49-F238E27FC236}">
                <a16:creationId xmlns:a16="http://schemas.microsoft.com/office/drawing/2014/main" id="{210BD380-4598-4078-A351-3BC8D7AC8F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Title Only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26">
            <a:extLst xmlns:a="http://schemas.openxmlformats.org/drawingml/2006/main">
              <a:ext uri="{FF2B5EF4-FFF2-40B4-BE49-F238E27FC236}">
                <a16:creationId xmlns:a16="http://schemas.microsoft.com/office/drawing/2014/main" id="{17237156-E289-4D6E-BB79-AFE4F473F0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59" name="Google Shape;159;p26">
            <a:extLst xmlns:a="http://schemas.openxmlformats.org/drawingml/2006/main">
              <a:ext uri="{FF2B5EF4-FFF2-40B4-BE49-F238E27FC236}">
                <a16:creationId xmlns:a16="http://schemas.microsoft.com/office/drawing/2014/main" id="{6C998FA5-B629-45A0-B47D-E1513ECA81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26">
            <a:extLst xmlns:a="http://schemas.openxmlformats.org/drawingml/2006/main">
              <a:ext uri="{FF2B5EF4-FFF2-40B4-BE49-F238E27FC236}">
                <a16:creationId xmlns:a16="http://schemas.microsoft.com/office/drawing/2014/main" id="{595BFD19-0773-4D6B-A5D8-2FFD76B42B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26">
            <a:extLst xmlns:a="http://schemas.openxmlformats.org/drawingml/2006/main">
              <a:ext uri="{FF2B5EF4-FFF2-40B4-BE49-F238E27FC236}">
                <a16:creationId xmlns:a16="http://schemas.microsoft.com/office/drawing/2014/main" id="{565EFDB0-E936-4145-B034-342BAEDA2A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Content with Captio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3" name="Google Shape;163;p27">
            <a:extLst xmlns:a="http://schemas.openxmlformats.org/drawingml/2006/main">
              <a:ext uri="{FF2B5EF4-FFF2-40B4-BE49-F238E27FC236}">
                <a16:creationId xmlns:a16="http://schemas.microsoft.com/office/drawing/2014/main" id="{C86498F3-C169-4A74-8A14-3D2563F80D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Lato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64" name="Google Shape;164;p27">
            <a:extLst xmlns:a="http://schemas.openxmlformats.org/drawingml/2006/main">
              <a:ext uri="{FF2B5EF4-FFF2-40B4-BE49-F238E27FC236}">
                <a16:creationId xmlns:a16="http://schemas.microsoft.com/office/drawing/2014/main" id="{D7977B0D-7C29-4199-9763-B620F034DA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5" name="Google Shape;165;p27">
            <a:extLst xmlns:a="http://schemas.openxmlformats.org/drawingml/2006/main">
              <a:ext uri="{FF2B5EF4-FFF2-40B4-BE49-F238E27FC236}">
                <a16:creationId xmlns:a16="http://schemas.microsoft.com/office/drawing/2014/main" id="{F10F3DE8-4E2B-4CA9-8103-05B4D6025A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66" name="Google Shape;166;p27">
            <a:extLst xmlns:a="http://schemas.openxmlformats.org/drawingml/2006/main">
              <a:ext uri="{FF2B5EF4-FFF2-40B4-BE49-F238E27FC236}">
                <a16:creationId xmlns:a16="http://schemas.microsoft.com/office/drawing/2014/main" id="{92B66F0A-D21F-4EA2-A4A9-E2A991D639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27">
            <a:extLst xmlns:a="http://schemas.openxmlformats.org/drawingml/2006/main">
              <a:ext uri="{FF2B5EF4-FFF2-40B4-BE49-F238E27FC236}">
                <a16:creationId xmlns:a16="http://schemas.microsoft.com/office/drawing/2014/main" id="{AF916E2D-D276-4C31-8062-719FA6F3BD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27">
            <a:extLst xmlns:a="http://schemas.openxmlformats.org/drawingml/2006/main">
              <a:ext uri="{FF2B5EF4-FFF2-40B4-BE49-F238E27FC236}">
                <a16:creationId xmlns:a16="http://schemas.microsoft.com/office/drawing/2014/main" id="{82FB7459-2188-4428-A558-7A692F6837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18CDD3B8-D52C-45E6-AC35-198899B59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1" name="Google Shape;171;p28">
            <a:extLst xmlns:a="http://schemas.openxmlformats.org/drawingml/2006/main">
              <a:ext uri="{FF2B5EF4-FFF2-40B4-BE49-F238E27FC236}">
                <a16:creationId xmlns:a16="http://schemas.microsoft.com/office/drawing/2014/main" id="{957F6610-19B4-47EE-8AA6-3887E2C304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C009DE0-D79C-453D-9745-4987577896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D74E4F42-8D42-44EE-9EB4-9604282B83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28">
            <a:extLst xmlns:a="http://schemas.openxmlformats.org/drawingml/2006/main">
              <a:ext uri="{FF2B5EF4-FFF2-40B4-BE49-F238E27FC236}">
                <a16:creationId xmlns:a16="http://schemas.microsoft.com/office/drawing/2014/main" id="{0427B89F-9EE2-473E-BD1B-268A3128C1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6" name="Google Shape;176;p29">
            <a:extLst xmlns:a="http://schemas.openxmlformats.org/drawingml/2006/main">
              <a:ext uri="{FF2B5EF4-FFF2-40B4-BE49-F238E27FC236}">
                <a16:creationId xmlns:a16="http://schemas.microsoft.com/office/drawing/2014/main" id="{DA0DA2E3-AC1B-4F27-B76F-8DD76C462F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00" y="1956625"/>
            <a:ext cx="58119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77" name="Google Shape;177;p29">
            <a:extLst xmlns:a="http://schemas.openxmlformats.org/drawingml/2006/main">
              <a:ext uri="{FF2B5EF4-FFF2-40B4-BE49-F238E27FC236}">
                <a16:creationId xmlns:a16="http://schemas.microsoft.com/office/drawing/2014/main" id="{576DCD83-FED1-42E6-B034-3814457F1F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00" y="-596075"/>
            <a:ext cx="5811900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178" name="Google Shape;178;p29">
            <a:extLst xmlns:a="http://schemas.openxmlformats.org/drawingml/2006/main">
              <a:ext uri="{FF2B5EF4-FFF2-40B4-BE49-F238E27FC236}">
                <a16:creationId xmlns:a16="http://schemas.microsoft.com/office/drawing/2014/main" id="{2D9E0BCC-1DCE-4701-A374-1E37DC02A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29">
            <a:extLst xmlns:a="http://schemas.openxmlformats.org/drawingml/2006/main">
              <a:ext uri="{FF2B5EF4-FFF2-40B4-BE49-F238E27FC236}">
                <a16:creationId xmlns:a16="http://schemas.microsoft.com/office/drawing/2014/main" id="{9EDE0C8D-CB43-4C76-9C33-96CB78000B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29">
            <a:extLst xmlns:a="http://schemas.openxmlformats.org/drawingml/2006/main">
              <a:ext uri="{FF2B5EF4-FFF2-40B4-BE49-F238E27FC236}">
                <a16:creationId xmlns:a16="http://schemas.microsoft.com/office/drawing/2014/main" id="{61580EEE-019F-4C46-B820-897793C3A6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5717326a0045b3" /><Relationship Type="http://schemas.openxmlformats.org/officeDocument/2006/relationships/slideLayout" Target="/ppt/slideLayouts/slideLayout1.xml" Id="R61211bbccbec411a" /><Relationship Type="http://schemas.openxmlformats.org/officeDocument/2006/relationships/slideLayout" Target="/ppt/slideLayouts/slideLayout2.xml" Id="R0e2a746756e042f7" /><Relationship Type="http://schemas.openxmlformats.org/officeDocument/2006/relationships/slideLayout" Target="/ppt/slideLayouts/slideLayout3.xml" Id="R4800b39a9db544be" /><Relationship Type="http://schemas.openxmlformats.org/officeDocument/2006/relationships/slideLayout" Target="/ppt/slideLayouts/slideLayout4.xml" Id="R9ae0331a5102453f" /><Relationship Type="http://schemas.openxmlformats.org/officeDocument/2006/relationships/slideLayout" Target="/ppt/slideLayouts/slideLayout5.xml" Id="R747a8c92d24b4b31" /><Relationship Type="http://schemas.openxmlformats.org/officeDocument/2006/relationships/slideLayout" Target="/ppt/slideLayouts/slideLayout6.xml" Id="R71c15dd5b2794b0f" /><Relationship Type="http://schemas.openxmlformats.org/officeDocument/2006/relationships/slideLayout" Target="/ppt/slideLayouts/slideLayout7.xml" Id="R1eb896fcebd74046" /><Relationship Type="http://schemas.openxmlformats.org/officeDocument/2006/relationships/slideLayout" Target="/ppt/slideLayouts/slideLayout8.xml" Id="Re3c9924049e64aeb" /><Relationship Type="http://schemas.openxmlformats.org/officeDocument/2006/relationships/slideLayout" Target="/ppt/slideLayouts/slideLayout9.xml" Id="Ra6871ae3e0ef42ef" /><Relationship Type="http://schemas.openxmlformats.org/officeDocument/2006/relationships/slideLayout" Target="/ppt/slideLayouts/slideLayout10.xml" Id="R1569efb2a4964cb5" /><Relationship Type="http://schemas.openxmlformats.org/officeDocument/2006/relationships/slideLayout" Target="/ppt/slideLayouts/slideLayout11.xml" Id="R008408d1729543cb" /><Relationship Type="http://schemas.openxmlformats.org/officeDocument/2006/relationships/slideLayout" Target="/ppt/slideLayouts/slideLayout12.xml" Id="Rc0bc69cef5794598" /><Relationship Type="http://schemas.openxmlformats.org/officeDocument/2006/relationships/slideLayout" Target="/ppt/slideLayouts/slideLayout13.xml" Id="Rf4779bb132ee4070" /><Relationship Type="http://schemas.openxmlformats.org/officeDocument/2006/relationships/slideLayout" Target="/ppt/slideLayouts/slideLayout14.xml" Id="R20604dc47f624b47" /><Relationship Type="http://schemas.openxmlformats.org/officeDocument/2006/relationships/slideLayout" Target="/ppt/slideLayouts/slideLayout15.xml" Id="Rfba5369616e44f99" /><Relationship Type="http://schemas.openxmlformats.org/officeDocument/2006/relationships/slideLayout" Target="/ppt/slideLayouts/slideLayout16.xml" Id="R36eb804dc1d9410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79bd534448d74c97" /><Relationship Type="http://schemas.openxmlformats.org/officeDocument/2006/relationships/theme" Target="/ppt/slideMasters/theme/theme3.xml" Id="Reb566307f2734da4" /><Relationship Type="http://schemas.openxmlformats.org/officeDocument/2006/relationships/slideLayout" Target="/ppt/slideLayouts/slideLayout17.xml" Id="Rcc05f5782cdb4b26" /><Relationship Type="http://schemas.openxmlformats.org/officeDocument/2006/relationships/slideLayout" Target="/ppt/slideLayouts/slideLayout18.xml" Id="R9ca4fb2d51fd4a4d" /><Relationship Type="http://schemas.openxmlformats.org/officeDocument/2006/relationships/slideLayout" Target="/ppt/slideLayouts/slideLayout19.xml" Id="R11b45eaabe5f4bb3" /><Relationship Type="http://schemas.openxmlformats.org/officeDocument/2006/relationships/slideLayout" Target="/ppt/slideLayouts/slideLayout20.xml" Id="Rb48b2b12ae064475" /><Relationship Type="http://schemas.openxmlformats.org/officeDocument/2006/relationships/slideLayout" Target="/ppt/slideLayouts/slideLayout21.xml" Id="R2887c73b4bd74c37" /><Relationship Type="http://schemas.openxmlformats.org/officeDocument/2006/relationships/slideLayout" Target="/ppt/slideLayouts/slideLayout22.xml" Id="Rd83045b28a304f98" /><Relationship Type="http://schemas.openxmlformats.org/officeDocument/2006/relationships/slideLayout" Target="/ppt/slideLayouts/slideLayout23.xml" Id="R67a7dafe473f40ea" /><Relationship Type="http://schemas.openxmlformats.org/officeDocument/2006/relationships/slideLayout" Target="/ppt/slideLayouts/slideLayout24.xml" Id="Rcf17fc5a339842ad" /><Relationship Type="http://schemas.openxmlformats.org/officeDocument/2006/relationships/slideLayout" Target="/ppt/slideLayouts/slideLayout25.xml" Id="R026bca6e0ce34fd3" /><Relationship Type="http://schemas.openxmlformats.org/officeDocument/2006/relationships/slideLayout" Target="/ppt/slideLayouts/slideLayout26.xml" Id="R684c543345cf48ea" /><Relationship Type="http://schemas.openxmlformats.org/officeDocument/2006/relationships/slideLayout" Target="/ppt/slideLayouts/slideLayout27.xml" Id="R6752e6fd28e14db5" /><Relationship Type="http://schemas.openxmlformats.org/officeDocument/2006/relationships/slideLayout" Target="/ppt/slideLayouts/slideLayout28.xml" Id="R62a5d687596d4277" /><Relationship Type="http://schemas.openxmlformats.org/officeDocument/2006/relationships/slideLayout" Target="/ppt/slideLayouts/slideLayout29.xml" Id="R263ead69189242e3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EC5AEF3-146E-4474-BD9F-C506FE841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357" y="631186"/>
            <a:ext cx="10969200" cy="76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083C"/>
              </a:buClr>
              <a:buSzPts val="5400"/>
              <a:buFont typeface="Lato Black"/>
              <a:buNone/>
              <a:defRPr sz="5400" b="0" i="0" u="none" cap="none">
                <a:solidFill>
                  <a:srgbClr val="07083C"/>
                </a:solidFill>
                <a:latin typeface="Lato Black"/>
                <a:ea typeface="Lato Black"/>
                <a:cs typeface="Lato Black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224F27-C0BD-48B7-BCF5-1E9C7754FA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357" y="2107250"/>
            <a:ext cx="10969200" cy="358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L="2286000" marR="0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84EEE00A-7FF9-4A8B-A64D-B723F419F5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11357" y="6238523"/>
            <a:ext cx="379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003EC"/>
              </a:buClr>
              <a:buSzPts val="1100"/>
              <a:buFont typeface="Lato Black"/>
              <a:buNone/>
              <a:defRPr sz="1100" b="0" i="0" u="none" cap="none">
                <a:solidFill>
                  <a:srgbClr val="A003EC"/>
                </a:solidFill>
                <a:latin typeface="Lato Black"/>
                <a:ea typeface="Lato Black"/>
                <a:cs typeface="Lato Black"/>
              </a:defRPr>
            </a:lvl9pPr>
          </a:lstStyle>
          <a:p xmlns:a="http://schemas.openxmlformats.org/drawingml/2006/main">
            <a:fld id="{6B8A22C8-365E-4D74-A272-34CCADB925E9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C7C7C4D6-0D56-4CC4-9689-6F0E3BF32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889133" y="6238523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cap="none">
                <a:solidFill>
                  <a:srgbClr val="1D2F75"/>
                </a:solidFill>
                <a:latin typeface="Lato Light"/>
                <a:ea typeface="Lato Light"/>
                <a:cs typeface="Lato Light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Lato Light"/>
                <a:ea typeface="Lato Light"/>
                <a:cs typeface="Lato Light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211bbccbec411a"/>
    <p:sldLayoutId xmlns:r="http://schemas.openxmlformats.org/officeDocument/2006/relationships" id="2147483650" r:id="R0e2a746756e042f7"/>
    <p:sldLayoutId xmlns:r="http://schemas.openxmlformats.org/officeDocument/2006/relationships" id="2147483651" r:id="R4800b39a9db544be"/>
    <p:sldLayoutId xmlns:r="http://schemas.openxmlformats.org/officeDocument/2006/relationships" id="2147483652" r:id="R9ae0331a5102453f"/>
    <p:sldLayoutId xmlns:r="http://schemas.openxmlformats.org/officeDocument/2006/relationships" id="2147483653" r:id="R747a8c92d24b4b31"/>
    <p:sldLayoutId xmlns:r="http://schemas.openxmlformats.org/officeDocument/2006/relationships" id="2147483654" r:id="R71c15dd5b2794b0f"/>
    <p:sldLayoutId xmlns:r="http://schemas.openxmlformats.org/officeDocument/2006/relationships" id="2147483655" r:id="R1eb896fcebd74046"/>
    <p:sldLayoutId xmlns:r="http://schemas.openxmlformats.org/officeDocument/2006/relationships" id="2147483656" r:id="Re3c9924049e64aeb"/>
    <p:sldLayoutId xmlns:r="http://schemas.openxmlformats.org/officeDocument/2006/relationships" id="2147483657" r:id="Ra6871ae3e0ef42ef"/>
    <p:sldLayoutId xmlns:r="http://schemas.openxmlformats.org/officeDocument/2006/relationships" id="2147483658" r:id="R1569efb2a4964cb5"/>
    <p:sldLayoutId xmlns:r="http://schemas.openxmlformats.org/officeDocument/2006/relationships" id="2147483659" r:id="R008408d1729543cb"/>
    <p:sldLayoutId xmlns:r="http://schemas.openxmlformats.org/officeDocument/2006/relationships" id="2147483660" r:id="Rc0bc69cef5794598"/>
    <p:sldLayoutId xmlns:r="http://schemas.openxmlformats.org/officeDocument/2006/relationships" id="2147483661" r:id="Rf4779bb132ee4070"/>
    <p:sldLayoutId xmlns:r="http://schemas.openxmlformats.org/officeDocument/2006/relationships" id="2147483662" r:id="R20604dc47f624b47"/>
    <p:sldLayoutId xmlns:r="http://schemas.openxmlformats.org/officeDocument/2006/relationships" id="2147483663" r:id="Rfba5369616e44f99"/>
    <p:sldLayoutId xmlns:r="http://schemas.openxmlformats.org/officeDocument/2006/relationships" id="2147483664" r:id="R36eb804dc1d94106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A4A3A4"/>
          </p15:clr>
        </p15:guide>
        <p15:guide id="2" pos="3840">
          <p15:clr>
            <a:srgbClr xmlns:a="http://schemas.openxmlformats.org/drawingml/2006/main" val="A4A3A4"/>
          </p15:clr>
        </p15:guide>
        <p15:guide id="3" pos="240">
          <p15:clr>
            <a:srgbClr xmlns:a="http://schemas.openxmlformats.org/drawingml/2006/main" val="547EBF"/>
          </p15:clr>
        </p15:guide>
        <p15:guide id="4" orient="horz" pos="240">
          <p15:clr>
            <a:srgbClr xmlns:a="http://schemas.openxmlformats.org/drawingml/2006/main" val="547EBF"/>
          </p15:clr>
        </p15:guide>
        <p15:guide id="5" pos="7440">
          <p15:clr>
            <a:srgbClr xmlns:a="http://schemas.openxmlformats.org/drawingml/2006/main" val="547EBF"/>
          </p15:clr>
        </p15:guide>
        <p15:guide id="6" orient="horz" pos="4080">
          <p15:clr>
            <a:srgbClr xmlns:a="http://schemas.openxmlformats.org/drawingml/2006/main" val="547EBF"/>
          </p15:clr>
        </p15:guide>
        <p15:guide id="7" pos="3960">
          <p15:clr>
            <a:srgbClr xmlns:a="http://schemas.openxmlformats.org/drawingml/2006/main" val="547EBF"/>
          </p15:clr>
        </p15:guide>
        <p15:guide id="8" pos="3720">
          <p15:clr>
            <a:srgbClr xmlns:a="http://schemas.openxmlformats.org/drawingml/2006/main" val="547EBF"/>
          </p15:clr>
        </p15:guide>
        <p15:guide id="9" pos="2112">
          <p15:clr>
            <a:srgbClr xmlns:a="http://schemas.openxmlformats.org/drawingml/2006/main" val="547EBF"/>
          </p15:clr>
        </p15:guide>
        <p15:guide id="10" pos="1848">
          <p15:clr>
            <a:srgbClr xmlns:a="http://schemas.openxmlformats.org/drawingml/2006/main" val="547EBF"/>
          </p15:clr>
        </p15:guide>
        <p15:guide id="11" pos="5568">
          <p15:clr>
            <a:srgbClr xmlns:a="http://schemas.openxmlformats.org/drawingml/2006/main" val="547EBF"/>
          </p15:clr>
        </p15:guide>
        <p15:guide id="12" pos="5832">
          <p15:clr>
            <a:srgbClr xmlns:a="http://schemas.openxmlformats.org/drawingml/2006/main" val="547EBF"/>
          </p15:clr>
        </p15:guide>
        <p15:guide id="13" pos="4968">
          <p15:clr>
            <a:srgbClr xmlns:a="http://schemas.openxmlformats.org/drawingml/2006/main" val="9FCC3B"/>
          </p15:clr>
        </p15:guide>
        <p15:guide id="14" pos="5208">
          <p15:clr>
            <a:srgbClr xmlns:a="http://schemas.openxmlformats.org/drawingml/2006/main" val="9FCC3B"/>
          </p15:clr>
        </p15:guide>
        <p15:guide id="15" pos="2712">
          <p15:clr>
            <a:srgbClr xmlns:a="http://schemas.openxmlformats.org/drawingml/2006/main" val="9FCC3B"/>
          </p15:clr>
        </p15:guide>
        <p15:guide id="16" pos="2472">
          <p15:clr>
            <a:srgbClr xmlns:a="http://schemas.openxmlformats.org/drawingml/2006/main" val="9FCC3B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chemeClr val="lt1"/>
            </a:gs>
            <a:gs pos="100000">
              <a:srgbClr val="E1E2E6"/>
            </a:gs>
          </a:gsLst>
          <a:lin ang="2700006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8B954CDD-8DB1-445C-B12E-A861831D0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Lato"/>
              <a:buNone/>
              <a:defRPr sz="4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5A15C7F4-DB49-403C-8A91-C8427BE09B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Lato"/>
                <a:ea typeface="Lato"/>
                <a:cs typeface="Lato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0A43D64C-3A01-4DF1-BD89-00935A68EF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0CBBCAA4-6C09-47F2-AC00-B39A01C17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E43720DE-F362-48F8-8492-8468D562B0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cap="none">
                <a:solidFill>
                  <a:srgbClr val="888888"/>
                </a:solidFill>
                <a:latin typeface="Lato"/>
                <a:ea typeface="Lato"/>
                <a:cs typeface="Lato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85C8A072-4906-4503-8B5F-F1A4AB0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0585"/>
            <a:ext cx="121920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sz="1200" b="0" i="0" u="none" cap="none">
                <a:solidFill>
                  <a:schemeClr val="accent1"/>
                </a:solidFill>
                <a:latin typeface="Lato"/>
                <a:ea typeface="Lato"/>
                <a:cs typeface="Lato"/>
              </a:rPr>
              <a:t>www.uxlfoundation.org</a:t>
            </a:r>
            <a:endParaRPr sz="1200" b="0" i="0" u="none" cap="none">
              <a:solidFill>
                <a:schemeClr val="accent1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123" name="Google Shape;11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bd534448d74c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222" y="6131169"/>
            <a:ext cx="1272308" cy="4734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6" r:id="Rcc05f5782cdb4b26"/>
    <p:sldLayoutId xmlns:r="http://schemas.openxmlformats.org/officeDocument/2006/relationships" id="2147483667" r:id="R9ca4fb2d51fd4a4d"/>
    <p:sldLayoutId xmlns:r="http://schemas.openxmlformats.org/officeDocument/2006/relationships" id="2147483668" r:id="R11b45eaabe5f4bb3"/>
    <p:sldLayoutId xmlns:r="http://schemas.openxmlformats.org/officeDocument/2006/relationships" id="2147483669" r:id="Rb48b2b12ae064475"/>
    <p:sldLayoutId xmlns:r="http://schemas.openxmlformats.org/officeDocument/2006/relationships" id="2147483670" r:id="R2887c73b4bd74c37"/>
    <p:sldLayoutId xmlns:r="http://schemas.openxmlformats.org/officeDocument/2006/relationships" id="2147483671" r:id="Rd83045b28a304f98"/>
    <p:sldLayoutId xmlns:r="http://schemas.openxmlformats.org/officeDocument/2006/relationships" id="2147483672" r:id="R67a7dafe473f40ea"/>
    <p:sldLayoutId xmlns:r="http://schemas.openxmlformats.org/officeDocument/2006/relationships" id="2147483673" r:id="Rcf17fc5a339842ad"/>
    <p:sldLayoutId xmlns:r="http://schemas.openxmlformats.org/officeDocument/2006/relationships" id="2147483674" r:id="R026bca6e0ce34fd3"/>
    <p:sldLayoutId xmlns:r="http://schemas.openxmlformats.org/officeDocument/2006/relationships" id="2147483675" r:id="R684c543345cf48ea"/>
    <p:sldLayoutId xmlns:r="http://schemas.openxmlformats.org/officeDocument/2006/relationships" id="2147483676" r:id="R6752e6fd28e14db5"/>
    <p:sldLayoutId xmlns:r="http://schemas.openxmlformats.org/officeDocument/2006/relationships" id="2147483677" r:id="R62a5d687596d4277"/>
    <p:sldLayoutId xmlns:r="http://schemas.openxmlformats.org/officeDocument/2006/relationships" id="2147483678" r:id="R263ead69189242e3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UXL Foundation Theme">
  <a:themeElements>
    <a:clrScheme name="ChatGPT">
      <a:dk1>
        <a:srgbClr val="000000"/>
      </a:dk1>
      <a:lt1>
        <a:srgbClr val="FFFFFF"/>
      </a:lt1>
      <a:dk2>
        <a:srgbClr val="888C9B"/>
      </a:dk2>
      <a:lt2>
        <a:srgbClr val="F3F3F3"/>
      </a:lt2>
      <a:accent1>
        <a:srgbClr val="4308E5"/>
      </a:accent1>
      <a:accent2>
        <a:srgbClr val="FF5050"/>
      </a:accent2>
      <a:accent3>
        <a:srgbClr val="00FFFF"/>
      </a:accent3>
      <a:accent4>
        <a:srgbClr val="220473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160f868236744526" /><Relationship Type="http://schemas.openxmlformats.org/officeDocument/2006/relationships/notesSlide" Target="/ppt/notesSlides/notesSlide1.xml" Id="R73c9f5c8f35544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c823b5b3d4b24aad" /><Relationship Type="http://schemas.openxmlformats.org/officeDocument/2006/relationships/notesSlide" Target="/ppt/notesSlides/notesSlide2.xml" Id="Reabb8e540c3d4e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d44cee4abc594624" /><Relationship Type="http://schemas.openxmlformats.org/officeDocument/2006/relationships/notesSlide" Target="/ppt/notesSlides/notesSlide3.xml" Id="Rd3683dac0e664a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65ed6c335554620" /><Relationship Type="http://schemas.openxmlformats.org/officeDocument/2006/relationships/notesSlide" Target="/ppt/notesSlides/notesSlide4.xml" Id="R2847b4f995f04e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e76a04ad64a047b5" /><Relationship Type="http://schemas.openxmlformats.org/officeDocument/2006/relationships/notesSlide" Target="/ppt/notesSlides/notesSlide5.xml" Id="R63f5d40db33d46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1d4891fe05b4029" /><Relationship Type="http://schemas.openxmlformats.org/officeDocument/2006/relationships/notesSlide" Target="/ppt/notesSlides/notesSlide6.xml" Id="R6547f15c43644b2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619250"/>
            <a:ext cx="10515600" cy="1762125"/>
          </a:xfrm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2"/>
              </a:spcAft>
              <a:buNone/>
              <a:defRPr>
                <a:solidFill>
                  <a:srgbClr val="6F1BBA"/>
                </a:solidFill>
              </a:defRPr>
            </a:pPr>
            <a:r>
              <a:rPr sz="1350" b="1">
                <a:solidFill>
                  <a:srgbClr val="6F1BBA"/>
                </a:solidFill>
              </a:rPr>
              <a:t>UXL SKILLS EVALUATOR</a:t>
            </a:r>
          </a:p>
          <a:p xmlns:a="http://schemas.openxmlformats.org/drawingml/2006/main">
            <a:pPr algn="l">
              <a:buNone/>
              <a:defRPr>
                <a:solidFill>
                  <a:srgbClr val="6F1BBA"/>
                </a:solidFill>
              </a:defRPr>
            </a:pPr>
            <a:r>
              <a:rPr sz="4350">
                <a:solidFill>
                  <a:srgbClr val="6F1BBA"/>
                </a:solidFill>
              </a:rPr>
              <a:t>oneCCL Skill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714750"/>
            <a:ext cx="9906000" cy="128587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6"/>
              </a:spcAft>
              <a:buNone/>
              <a:defRPr>
                <a:solidFill>
                  <a:srgbClr val="07083C"/>
                </a:solidFill>
              </a:defRPr>
            </a:pPr>
            <a:r>
              <a:rPr sz="2175">
                <a:solidFill>
                  <a:srgbClr val="07083C"/>
                </a:solidFill>
              </a:rPr>
              <a:t>Collective semantics, launch symmetry, waits, plugins, and hang triage</a:t>
            </a:r>
          </a:p>
          <a:p xmlns:a="http://schemas.openxmlformats.org/drawingml/2006/main">
            <a:pPr algn="l">
              <a:buNone/>
              <a:defRPr>
                <a:solidFill>
                  <a:srgbClr val="07083C"/>
                </a:solidFill>
              </a:defRPr>
            </a:pPr>
            <a:r>
              <a:rPr sz="1500" b="1">
                <a:solidFill>
                  <a:srgbClr val="07083C"/>
                </a:solidFill>
              </a:rPr>
              <a:t>September 2026 ·</a:t>
            </a:r>
            <a:r>
              <a:rPr sz="1500" b="1">
                <a:solidFill>
                  <a:srgbClr val="07083C"/>
                </a:solidFill>
              </a:rPr>
              <a:t> 5 of 7 evaluation tasks implemented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the skill tells an agent today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Identify the API surface</a:t>
            </a:r>
            <a:r>
              <a:rPr sz="1913">
                <a:solidFill>
                  <a:srgbClr val="000000"/>
                </a:solidFill>
              </a:rPr>
              <a:t> — C++ API, NCCL-like C API, PyTorch DDP, Horovod, or framework wrapper.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Match collective to semantics</a:t>
            </a:r>
            <a:r>
              <a:rPr sz="1913">
                <a:solidFill>
                  <a:srgbClr val="000000"/>
                </a:solidFill>
              </a:rPr>
              <a:t> — Allreduce, allgather, alltoall, reduce-scatter, broadcast, point-to-point, or grouped calls.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rank symmetry</a:t>
            </a:r>
            <a:r>
              <a:rPr sz="1913">
                <a:solidFill>
                  <a:srgbClr val="000000"/>
                </a:solidFill>
              </a:rPr>
              <a:t> — Collective order, buffer sizes, datatypes, roots, reductions, and communicator membership.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Handle zero counts safely</a:t>
            </a:r>
            <a:r>
              <a:rPr sz="1913">
                <a:solidFill>
                  <a:srgbClr val="000000"/>
                </a:solidFill>
              </a:rPr>
              <a:t> — Represent empty peer segments without one-past device pointers, including in-place temporaries.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Reduce hangs deliberately</a:t>
            </a:r>
            <a:r>
              <a:rPr sz="1913">
                <a:solidFill>
                  <a:srgbClr val="000000"/>
                </a:solidFill>
              </a:rPr>
              <a:t> — Two ranks, one small tensor, one collective, and logs around entry/submission/wait.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Evaluation inventory: 5 implemented, 2 distributed gaps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Implemented</a:t>
            </a:r>
            <a:r>
              <a:rPr sz="1913">
                <a:solidFill>
                  <a:srgbClr val="000000"/>
                </a:solidFill>
              </a:rPr>
              <a:t> — Async allreduce wait; divergent collective sequence; datatype/count mismatch; C++ versus NCCL-like API; zero-count topo alltoallv.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Incident evidence</a:t>
            </a:r>
            <a:r>
              <a:rPr sz="1913">
                <a:solidFill>
                  <a:srgbClr val="000000"/>
                </a:solidFill>
              </a:rPr>
              <a:t> — The zero-count task checks the accepted repair boundary from upstream issue #174.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Planned</a:t>
            </a:r>
            <a:r>
              <a:rPr sz="1913">
                <a:solidFill>
                  <a:srgbClr val="000000"/>
                </a:solidFill>
              </a:rPr>
              <a:t> — Plugin rank visibility and worker-affinity regression on a stable distributed target.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Evidence boundary</a:t>
            </a:r>
            <a:r>
              <a:rPr sz="1913">
                <a:solidFill>
                  <a:srgbClr val="000000"/>
                </a:solidFill>
              </a:rPr>
              <a:t> — The current fixture does not reproduce the original Aurora/Level Zero failure and must not be presented as hardware qualification.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How we chose the content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Official sources</a:t>
            </a:r>
            <a:r>
              <a:rPr sz="1913">
                <a:solidFill>
                  <a:srgbClr val="000000"/>
                </a:solidFill>
              </a:rPr>
              <a:t> — Project docs, examples, launch guidance, plugins, integrations, releases, and issue evidence.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Common distributed failure structure</a:t>
            </a:r>
            <a:r>
              <a:rPr sz="1913">
                <a:solidFill>
                  <a:srgbClr val="000000"/>
                </a:solidFill>
              </a:rPr>
              <a:t> — Asymmetric calls, waits, buffer/count mismatches, rank mapping, plugin visibility, and hidden framework collectives.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Minimal executable tasks</a:t>
            </a:r>
            <a:r>
              <a:rPr sz="1913">
                <a:solidFill>
                  <a:srgbClr val="000000"/>
                </a:solidFill>
              </a:rPr>
              <a:t> — Hosted fixtures check reasoning and repair contracts where real multi-rank hardware is not required.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Visible infrastructure gaps</a:t>
            </a:r>
            <a:r>
              <a:rPr sz="1913">
                <a:solidFill>
                  <a:srgbClr val="000000"/>
                </a:solidFill>
              </a:rPr>
              <a:t> — Distributed plugin and affinity work stays planned until a faithful lane and provenance exist.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What project ownership would look like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Review launch and API guidance</a:t>
            </a:r>
            <a:r>
              <a:rPr sz="1913">
                <a:solidFill>
                  <a:srgbClr val="000000"/>
                </a:solidFill>
              </a:rPr>
              <a:t> — Especially current C API status, GPU/plugin behavior, framework integration, and environment conventions.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Validate hang-triage order</a:t>
            </a:r>
            <a:r>
              <a:rPr sz="1913">
                <a:solidFill>
                  <a:srgbClr val="000000"/>
                </a:solidFill>
              </a:rPr>
              <a:t> — Ensure the evidence sequence matches how maintainers actually debug incidents.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Supply authentic distributed cases</a:t>
            </a:r>
            <a:r>
              <a:rPr sz="1913">
                <a:solidFill>
                  <a:srgbClr val="000000"/>
                </a:solidFill>
              </a:rPr>
              <a:t> — The highest-value next step is a reproducible plugin or rank-visibility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UXL keeps the machinery</a:t>
            </a:r>
            <a:r>
              <a:rPr sz="1913">
                <a:solidFill>
                  <a:srgbClr val="000000"/>
                </a:solidFill>
              </a:rPr>
              <a:t> — Common evaluator policy, hosted fixtures, dashboards, artifact retention, and runner contracts.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64C2A24-546D-C55C-2C52-97A4957F67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7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focused 30-minute maintainer review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F5C9F1-2691-0BC9-F1E1-01CECB857F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1. Confirm the first-pass checklist</a:t>
            </a:r>
            <a:r>
              <a:rPr sz="1913">
                <a:solidFill>
                  <a:srgbClr val="000000"/>
                </a:solidFill>
              </a:rPr>
              <a:t> — API, launcher, ranks, nodes/devices, plugin, transport, buffers, types, counts, and in-place behavior.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2. Correct one overstatement</a:t>
            </a:r>
            <a:r>
              <a:rPr sz="1913">
                <a:solidFill>
                  <a:srgbClr val="000000"/>
                </a:solidFill>
              </a:rPr>
              <a:t> — Especially GPU, plugin, framework, or NCCL-like API assumptions.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3. Judge the seven tasks</a:t>
            </a:r>
            <a:r>
              <a:rPr sz="1913">
                <a:solidFill>
                  <a:srgbClr val="000000"/>
                </a:solidFill>
              </a:rPr>
              <a:t> — Keep, rewrite, or remove; nominate a reproducible distributed incident.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4. Name an owner</a:t>
            </a:r>
            <a:r>
              <a:rPr sz="1913">
                <a:solidFill>
                  <a:srgbClr val="000000"/>
                </a:solidFill>
              </a:rPr>
              <a:t> — A reviewer group for current launch/plugin guidance and incident authenticity.</a:t>
            </a:r>
          </a:p>
          <a:p xmlns:a="http://schemas.openxmlformats.org/drawingml/2006/main">
            <a:pPr marL="30" indent="-18">
              <a:spcAft>
                <a:spcPts val="10"/>
              </a:spcAft>
              <a:buChar char="•"/>
              <a:defRPr sz="1913">
                <a:solidFill>
                  <a:srgbClr val="000000"/>
                </a:solidFill>
              </a:defRPr>
            </a:pPr>
            <a:r>
              <a:rPr sz="1913" b="1">
                <a:solidFill>
                  <a:srgbClr val="000000"/>
                </a:solidFill>
              </a:rPr>
              <a:t> Outcome</a:t>
            </a:r>
            <a:r>
              <a:rPr sz="1913">
                <a:solidFill>
                  <a:srgbClr val="000000"/>
                </a:solidFill>
              </a:rPr>
              <a:t> — Agents bring a symmetric minimal reproducer and rank-local evidence before asking maintainers to diagnose a hang.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E6F043-0F84-54F7-A567-6E585180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74" y="6338986"/>
            <a:ext cx="28405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42728663"/>
      </p:ext>
    </p:extLst>
  </p:cSld>
</p:sld>
</file>

<file path=ppt/theme/theme1.xml><?xml version="1.0" encoding="utf-8"?>
<a:theme xmlns:a="http://schemas.openxmlformats.org/drawingml/2006/main" name="1_UXL Foundation Theme">
  <a:themeElements>
    <a:clrScheme name="Custom 6">
      <a:dk1>
        <a:srgbClr val="000000"/>
      </a:dk1>
      <a:lt1>
        <a:srgbClr val="FFFFFF"/>
      </a:lt1>
      <a:dk2>
        <a:srgbClr val="07083C"/>
      </a:dk2>
      <a:lt2>
        <a:srgbClr val="E7E6E6"/>
      </a:lt2>
      <a:accent1>
        <a:srgbClr val="A003EC"/>
      </a:accent1>
      <a:accent2>
        <a:srgbClr val="1D2F75"/>
      </a:accent2>
      <a:accent3>
        <a:srgbClr val="1D2F75"/>
      </a:accent3>
      <a:accent4>
        <a:srgbClr val="FFC000"/>
      </a:accent4>
      <a:accent5>
        <a:srgbClr val="03C9C6"/>
      </a:accent5>
      <a:accent6>
        <a:srgbClr val="00B0F0"/>
      </a:accent6>
      <a:hlink>
        <a:srgbClr val="0070C0"/>
      </a:hlink>
      <a:folHlink>
        <a:srgbClr val="FF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ustom 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2026-09-08T23:12:03.8070000Z</dcterms:created>
  <dcterms:modified xsi:type="dcterms:W3CDTF">2026-09-08T23:12:03.8070000Z</dcterms:modified>
</coreProperties>
</file>