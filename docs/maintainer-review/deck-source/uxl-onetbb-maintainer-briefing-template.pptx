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c850cb08764c2a" /><Relationship Type="http://schemas.openxmlformats.org/officeDocument/2006/relationships/extended-properties" Target="/docProps/app.xml" Id="Rabcb8213237a4a54" /><Relationship Type="http://schemas.openxmlformats.org/officeDocument/2006/relationships/officeDocument" Target="/ppt/presentation.xml" Id="R8f34f05af9464e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f4f92efd5947ef"/>
    <p:sldMasterId xmlns:r="http://schemas.openxmlformats.org/officeDocument/2006/relationships" id="2147483665" r:id="Rc09aaf3341f846e1"/>
  </p:sldMasterIdLst>
  <p:notesMasterIdLst>
    <p:notesMasterId xmlns:r="http://schemas.openxmlformats.org/officeDocument/2006/relationships" r:id="R416b4a87984a49e9"/>
  </p:notesMasterIdLst>
  <p:sldIdLst>
    <p:sldId xmlns:r="http://schemas.openxmlformats.org/officeDocument/2006/relationships" id="256" r:id="Rb4a86eeb54c24869"/>
    <p:sldId xmlns:r="http://schemas.openxmlformats.org/officeDocument/2006/relationships" id="257" r:id="Re4fe2fc986f44e0a"/>
    <p:sldId xmlns:r="http://schemas.openxmlformats.org/officeDocument/2006/relationships" id="258" r:id="R5f9fb13badc04672"/>
    <p:sldId xmlns:r="http://schemas.openxmlformats.org/officeDocument/2006/relationships" id="259" r:id="Rab5793fa4fee44f6"/>
    <p:sldId xmlns:r="http://schemas.openxmlformats.org/officeDocument/2006/relationships" id="260" r:id="R2cc42ddb0a714f58"/>
    <p:sldId xmlns:r="http://schemas.openxmlformats.org/officeDocument/2006/relationships" id="261" r:id="R84862f68ba2c4343"/>
    <p:sldId xmlns:r="http://schemas.openxmlformats.org/officeDocument/2006/relationships" id="262" r:id="R042a397b0eae4d4e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7bb203fed4d81" /><Relationship Type="http://schemas.openxmlformats.org/officeDocument/2006/relationships/slideMaster" Target="/ppt/slideMasters/slideMaster1.xml" Id="Rdcf4f92efd5947ef" /><Relationship Type="http://schemas.openxmlformats.org/officeDocument/2006/relationships/slideMaster" Target="/ppt/slideMasters/slideMaster2.xml" Id="Rc09aaf3341f846e1" /><Relationship Type="http://schemas.openxmlformats.org/officeDocument/2006/relationships/notesMaster" Target="/ppt/notesMasters/notesMaster1.xml" Id="R416b4a87984a49e9" /><Relationship Type="http://schemas.openxmlformats.org/officeDocument/2006/relationships/presProps" Target="/ppt/presProps.xml" Id="R97678b99a9e24a9d" /><Relationship Type="http://schemas.openxmlformats.org/officeDocument/2006/relationships/viewProps" Target="/ppt/viewProps.xml" Id="R8b9b3c210d834e45" /><Relationship Type="http://schemas.openxmlformats.org/officeDocument/2006/relationships/tableStyles" Target="/ppt/tableStyles.xml" Id="Reaf6eb0ef8f14904" /><Relationship Type="http://schemas.microsoft.com/office/2018/10/relationships/authors" Target="/ppt/authors.xml" Id="R4f5acbad68c04899" /><Relationship Type="http://schemas.openxmlformats.org/officeDocument/2006/relationships/slide" Target="/ppt/slides/slide1.xml" Id="Rb4a86eeb54c24869" /><Relationship Type="http://schemas.openxmlformats.org/officeDocument/2006/relationships/slide" Target="/ppt/slides/slide2.xml" Id="Re4fe2fc986f44e0a" /><Relationship Type="http://schemas.openxmlformats.org/officeDocument/2006/relationships/slide" Target="/ppt/slides/slide3.xml" Id="R5f9fb13badc04672" /><Relationship Type="http://schemas.openxmlformats.org/officeDocument/2006/relationships/slide" Target="/ppt/slides/slide4.xml" Id="Rab5793fa4fee44f6" /><Relationship Type="http://schemas.openxmlformats.org/officeDocument/2006/relationships/slide" Target="/ppt/slides/slide5.xml" Id="R2cc42ddb0a714f58" /><Relationship Type="http://schemas.openxmlformats.org/officeDocument/2006/relationships/slide" Target="/ppt/slides/slide6.xml" Id="R84862f68ba2c4343" /><Relationship Type="http://schemas.openxmlformats.org/officeDocument/2006/relationships/slide" Target="/ppt/slides/slide7.xml" Id="R042a397b0eae4d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0ed38826abd4f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24fb72d3204f78" /><Relationship Type="http://schemas.openxmlformats.org/officeDocument/2006/relationships/notesMaster" Target="/ppt/notesMasters/notesMaster1.xml" Id="Rce2ce8b4936043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9912bbb0dd4273" /><Relationship Type="http://schemas.openxmlformats.org/officeDocument/2006/relationships/notesMaster" Target="/ppt/notesMasters/notesMaster1.xml" Id="Rf1469f1bcd4648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a3575e8d284c77" /><Relationship Type="http://schemas.openxmlformats.org/officeDocument/2006/relationships/notesMaster" Target="/ppt/notesMasters/notesMaster1.xml" Id="R47bb3cc26a4f46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ea085703704221" /><Relationship Type="http://schemas.openxmlformats.org/officeDocument/2006/relationships/notesMaster" Target="/ppt/notesMasters/notesMaster1.xml" Id="R5160f52cd9c54d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50e096fa04407d" /><Relationship Type="http://schemas.openxmlformats.org/officeDocument/2006/relationships/notesMaster" Target="/ppt/notesMasters/notesMaster1.xml" Id="R77769faae1f34c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eb4532dcc9448c" /><Relationship Type="http://schemas.openxmlformats.org/officeDocument/2006/relationships/notesMaster" Target="/ppt/notesMasters/notesMaster1.xml" Id="R50acf651942c4c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7b5d51c0744a62" /><Relationship Type="http://schemas.openxmlformats.org/officeDocument/2006/relationships/notesMaster" Target="/ppt/notesMasters/notesMaster1.xml" Id="R41e460617b55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oneTBB skill: encode parallel design discipline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Why this is useful to oneTBB at first glance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the skill tells an agent today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Evaluation inventory: all 7 tasks implemented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How we chose the 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project ownership would look like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https://github.com/uxlfoundation/skills/tree/main/skills/uxl-onetbb</a:t>
            </a:r>
          </a:p>
          <a:p xmlns:a="http://schemas.openxmlformats.org/drawingml/2006/main">
            <a:r>
              <a:t>- https://github.com/uxlfoundation/skills/blob/main/skill-cards/uxl-onetbb.md</a:t>
            </a:r>
          </a:p>
          <a:p xmlns:a="http://schemas.openxmlformats.org/drawingml/2006/main">
            <a:r>
              <a:t>- https://github.com/uxlfoundation/skills/blob/main/docs/maintainer-review/uxl-onetbb.md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A focused 30-minute maintainer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077be3505458d" /><Relationship Type="http://schemas.openxmlformats.org/officeDocument/2006/relationships/image" Target="/ppt/media/image2.png" Id="R52578bc41e894fe7" /><Relationship Type="http://schemas.openxmlformats.org/officeDocument/2006/relationships/image" Target="/ppt/media/image3.png" Id="Rbfc9cdbd9a6042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2eb7916fd43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0dda4794e4e15" /><Relationship Type="http://schemas.openxmlformats.org/officeDocument/2006/relationships/image" Target="/ppt/media/image4.png" Id="R3cce22b249b24004" /><Relationship Type="http://schemas.openxmlformats.org/officeDocument/2006/relationships/image" Target="/ppt/media/image.png" Id="Ra281436da34747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d9754ff034b18" /><Relationship Type="http://schemas.openxmlformats.org/officeDocument/2006/relationships/image" Target="/ppt/media/image5.png" Id="R50311d0790a34bb6" /><Relationship Type="http://schemas.openxmlformats.org/officeDocument/2006/relationships/image" Target="/ppt/media/image.png" Id="R90b38e458d034b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0ef28cbb848c1" /><Relationship Type="http://schemas.openxmlformats.org/officeDocument/2006/relationships/image" Target="/ppt/media/image6.png" Id="R6e9dab727e3c4540" /><Relationship Type="http://schemas.openxmlformats.org/officeDocument/2006/relationships/image" Target="/ppt/media/image.png" Id="Rea10c26d8d7244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84308022e4428" /><Relationship Type="http://schemas.openxmlformats.org/officeDocument/2006/relationships/image" Target="/ppt/media/image3.png" Id="Rf524cb3d1dc849d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e8966e6184ce4" /><Relationship Type="http://schemas.openxmlformats.org/officeDocument/2006/relationships/image" Target="/ppt/media/image7.png" Id="R5b358f17ee704a7a" /><Relationship Type="http://schemas.openxmlformats.org/officeDocument/2006/relationships/image" Target="/ppt/media/image8.png" Id="R71475701cb6046f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95ce7a6dd4d14" /><Relationship Type="http://schemas.openxmlformats.org/officeDocument/2006/relationships/image" Target="/ppt/media/image9.png" Id="Re1a19c0be55845c0" /><Relationship Type="http://schemas.openxmlformats.org/officeDocument/2006/relationships/image" Target="/ppt/media/image3.png" Id="R24b98cfc0dad4b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4c8798410486a" /><Relationship Type="http://schemas.openxmlformats.org/officeDocument/2006/relationships/image" Target="/ppt/media/image10.png" Id="R783a942862bf4c1f" /><Relationship Type="http://schemas.openxmlformats.org/officeDocument/2006/relationships/image" Target="/ppt/media/image.png" Id="R8173895b24274bd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a971cb55447be" /><Relationship Type="http://schemas.openxmlformats.org/officeDocument/2006/relationships/image" Target="/ppt/media/image11.png" Id="R4c97113551d74658" /><Relationship Type="http://schemas.openxmlformats.org/officeDocument/2006/relationships/image" Target="/ppt/media/image3.png" Id="R4d000b8b7beb457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221bb1cb8405f" /><Relationship Type="http://schemas.openxmlformats.org/officeDocument/2006/relationships/image" Target="/ppt/media/image3.png" Id="Re506478650a0404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bb306f5d64add" /><Relationship Type="http://schemas.openxmlformats.org/officeDocument/2006/relationships/image" Target="/ppt/media/image12.png" Id="R6cda49efbce441d0" /><Relationship Type="http://schemas.openxmlformats.org/officeDocument/2006/relationships/image" Target="/ppt/media/image.png" Id="R22dba275ac464b2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9fc65387042f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cb72a702aa448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12bfa478f4b7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e3f23fa664f9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052320302148c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d3d9b4c2504d90" /><Relationship Type="http://schemas.openxmlformats.org/officeDocument/2006/relationships/image" Target="/ppt/media/image8.png" Id="Rcfbd679b0eb840f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abd2be3534423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6150339ffe41e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c54cbda58d4360" /><Relationship Type="http://schemas.openxmlformats.org/officeDocument/2006/relationships/image" Target="/ppt/media/image13.png" Id="Rda7cf2c5e6774a7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87d7b346404d7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83f131a30947b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96f076d4dd4120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ef2ff4336a4a7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e1014ce1514be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d1240e47cb4a9a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7b525238234556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97756149d74da2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52578bc41e894fe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c9cdbd9a6042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3cce22b249b2400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81436da34747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50311d0790a34bb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b38e458d034b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6e9dab727e3c454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10c26d8d7244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24cb3d1dc849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5b358f17ee704a7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475701cb6046f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e1a19c0be55845c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b98cfc0dad4b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783a942862bf4c1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73895b24274b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4c97113551d7465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000b8b7beb45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06478650a040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6cda49efbce441d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dba275ac464b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0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bd679b0eb840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7cf2c5e6774a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73c12ff89e4637" /><Relationship Type="http://schemas.openxmlformats.org/officeDocument/2006/relationships/slideLayout" Target="/ppt/slideLayouts/slideLayout1.xml" Id="Rfe353d85d5854b36" /><Relationship Type="http://schemas.openxmlformats.org/officeDocument/2006/relationships/slideLayout" Target="/ppt/slideLayouts/slideLayout2.xml" Id="Rb1acfde5ae1d4ce6" /><Relationship Type="http://schemas.openxmlformats.org/officeDocument/2006/relationships/slideLayout" Target="/ppt/slideLayouts/slideLayout3.xml" Id="R746cd5025e2d4237" /><Relationship Type="http://schemas.openxmlformats.org/officeDocument/2006/relationships/slideLayout" Target="/ppt/slideLayouts/slideLayout4.xml" Id="Rec32fbf100744b16" /><Relationship Type="http://schemas.openxmlformats.org/officeDocument/2006/relationships/slideLayout" Target="/ppt/slideLayouts/slideLayout5.xml" Id="Rdc6bcb3220ab4d5c" /><Relationship Type="http://schemas.openxmlformats.org/officeDocument/2006/relationships/slideLayout" Target="/ppt/slideLayouts/slideLayout6.xml" Id="Rfe5652ef71db4180" /><Relationship Type="http://schemas.openxmlformats.org/officeDocument/2006/relationships/slideLayout" Target="/ppt/slideLayouts/slideLayout7.xml" Id="R43e8ece5c05f4115" /><Relationship Type="http://schemas.openxmlformats.org/officeDocument/2006/relationships/slideLayout" Target="/ppt/slideLayouts/slideLayout8.xml" Id="R09df4423e09b4cc6" /><Relationship Type="http://schemas.openxmlformats.org/officeDocument/2006/relationships/slideLayout" Target="/ppt/slideLayouts/slideLayout9.xml" Id="R863fa41b021d460d" /><Relationship Type="http://schemas.openxmlformats.org/officeDocument/2006/relationships/slideLayout" Target="/ppt/slideLayouts/slideLayout10.xml" Id="Re8481d9fa77f4e8e" /><Relationship Type="http://schemas.openxmlformats.org/officeDocument/2006/relationships/slideLayout" Target="/ppt/slideLayouts/slideLayout11.xml" Id="Re729b88f6d494289" /><Relationship Type="http://schemas.openxmlformats.org/officeDocument/2006/relationships/slideLayout" Target="/ppt/slideLayouts/slideLayout12.xml" Id="R980fca2981dd4c63" /><Relationship Type="http://schemas.openxmlformats.org/officeDocument/2006/relationships/slideLayout" Target="/ppt/slideLayouts/slideLayout13.xml" Id="R068bdf08c10d4ce0" /><Relationship Type="http://schemas.openxmlformats.org/officeDocument/2006/relationships/slideLayout" Target="/ppt/slideLayouts/slideLayout14.xml" Id="Rbb4422cc5f104b5a" /><Relationship Type="http://schemas.openxmlformats.org/officeDocument/2006/relationships/slideLayout" Target="/ppt/slideLayouts/slideLayout15.xml" Id="R2301413365d54761" /><Relationship Type="http://schemas.openxmlformats.org/officeDocument/2006/relationships/slideLayout" Target="/ppt/slideLayouts/slideLayout16.xml" Id="R560a8ca90cd9460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d0f73490f8ec4ded" /><Relationship Type="http://schemas.openxmlformats.org/officeDocument/2006/relationships/theme" Target="/ppt/slideMasters/theme/theme3.xml" Id="Rddcd4bdaae6a4a9c" /><Relationship Type="http://schemas.openxmlformats.org/officeDocument/2006/relationships/slideLayout" Target="/ppt/slideLayouts/slideLayout17.xml" Id="Rc2bc6c41600b417b" /><Relationship Type="http://schemas.openxmlformats.org/officeDocument/2006/relationships/slideLayout" Target="/ppt/slideLayouts/slideLayout18.xml" Id="R4d976a0b34dc4678" /><Relationship Type="http://schemas.openxmlformats.org/officeDocument/2006/relationships/slideLayout" Target="/ppt/slideLayouts/slideLayout19.xml" Id="R42e583e8517b43d6" /><Relationship Type="http://schemas.openxmlformats.org/officeDocument/2006/relationships/slideLayout" Target="/ppt/slideLayouts/slideLayout20.xml" Id="R7ffe3e46ee0245e8" /><Relationship Type="http://schemas.openxmlformats.org/officeDocument/2006/relationships/slideLayout" Target="/ppt/slideLayouts/slideLayout21.xml" Id="R3f24db8b3feb4329" /><Relationship Type="http://schemas.openxmlformats.org/officeDocument/2006/relationships/slideLayout" Target="/ppt/slideLayouts/slideLayout22.xml" Id="R40381705511b4c9d" /><Relationship Type="http://schemas.openxmlformats.org/officeDocument/2006/relationships/slideLayout" Target="/ppt/slideLayouts/slideLayout23.xml" Id="R6f92f153b54a4f2a" /><Relationship Type="http://schemas.openxmlformats.org/officeDocument/2006/relationships/slideLayout" Target="/ppt/slideLayouts/slideLayout24.xml" Id="R7edc4655116344bf" /><Relationship Type="http://schemas.openxmlformats.org/officeDocument/2006/relationships/slideLayout" Target="/ppt/slideLayouts/slideLayout25.xml" Id="Rb4269b4b84cf484c" /><Relationship Type="http://schemas.openxmlformats.org/officeDocument/2006/relationships/slideLayout" Target="/ppt/slideLayouts/slideLayout26.xml" Id="Rf8e1f9674e6e4df1" /><Relationship Type="http://schemas.openxmlformats.org/officeDocument/2006/relationships/slideLayout" Target="/ppt/slideLayouts/slideLayout27.xml" Id="Rde765b284d0b4cd7" /><Relationship Type="http://schemas.openxmlformats.org/officeDocument/2006/relationships/slideLayout" Target="/ppt/slideLayouts/slideLayout28.xml" Id="Rda83340200c342c9" /><Relationship Type="http://schemas.openxmlformats.org/officeDocument/2006/relationships/slideLayout" Target="/ppt/slideLayouts/slideLayout29.xml" Id="R754b8f43fb4b460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353d85d5854b36"/>
    <p:sldLayoutId xmlns:r="http://schemas.openxmlformats.org/officeDocument/2006/relationships" id="2147483650" r:id="Rb1acfde5ae1d4ce6"/>
    <p:sldLayoutId xmlns:r="http://schemas.openxmlformats.org/officeDocument/2006/relationships" id="2147483651" r:id="R746cd5025e2d4237"/>
    <p:sldLayoutId xmlns:r="http://schemas.openxmlformats.org/officeDocument/2006/relationships" id="2147483652" r:id="Rec32fbf100744b16"/>
    <p:sldLayoutId xmlns:r="http://schemas.openxmlformats.org/officeDocument/2006/relationships" id="2147483653" r:id="Rdc6bcb3220ab4d5c"/>
    <p:sldLayoutId xmlns:r="http://schemas.openxmlformats.org/officeDocument/2006/relationships" id="2147483654" r:id="Rfe5652ef71db4180"/>
    <p:sldLayoutId xmlns:r="http://schemas.openxmlformats.org/officeDocument/2006/relationships" id="2147483655" r:id="R43e8ece5c05f4115"/>
    <p:sldLayoutId xmlns:r="http://schemas.openxmlformats.org/officeDocument/2006/relationships" id="2147483656" r:id="R09df4423e09b4cc6"/>
    <p:sldLayoutId xmlns:r="http://schemas.openxmlformats.org/officeDocument/2006/relationships" id="2147483657" r:id="R863fa41b021d460d"/>
    <p:sldLayoutId xmlns:r="http://schemas.openxmlformats.org/officeDocument/2006/relationships" id="2147483658" r:id="Re8481d9fa77f4e8e"/>
    <p:sldLayoutId xmlns:r="http://schemas.openxmlformats.org/officeDocument/2006/relationships" id="2147483659" r:id="Re729b88f6d494289"/>
    <p:sldLayoutId xmlns:r="http://schemas.openxmlformats.org/officeDocument/2006/relationships" id="2147483660" r:id="R980fca2981dd4c63"/>
    <p:sldLayoutId xmlns:r="http://schemas.openxmlformats.org/officeDocument/2006/relationships" id="2147483661" r:id="R068bdf08c10d4ce0"/>
    <p:sldLayoutId xmlns:r="http://schemas.openxmlformats.org/officeDocument/2006/relationships" id="2147483662" r:id="Rbb4422cc5f104b5a"/>
    <p:sldLayoutId xmlns:r="http://schemas.openxmlformats.org/officeDocument/2006/relationships" id="2147483663" r:id="R2301413365d54761"/>
    <p:sldLayoutId xmlns:r="http://schemas.openxmlformats.org/officeDocument/2006/relationships" id="2147483664" r:id="R560a8ca90cd94604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f73490f8ec4d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c2bc6c41600b417b"/>
    <p:sldLayoutId xmlns:r="http://schemas.openxmlformats.org/officeDocument/2006/relationships" id="2147483667" r:id="R4d976a0b34dc4678"/>
    <p:sldLayoutId xmlns:r="http://schemas.openxmlformats.org/officeDocument/2006/relationships" id="2147483668" r:id="R42e583e8517b43d6"/>
    <p:sldLayoutId xmlns:r="http://schemas.openxmlformats.org/officeDocument/2006/relationships" id="2147483669" r:id="R7ffe3e46ee0245e8"/>
    <p:sldLayoutId xmlns:r="http://schemas.openxmlformats.org/officeDocument/2006/relationships" id="2147483670" r:id="R3f24db8b3feb4329"/>
    <p:sldLayoutId xmlns:r="http://schemas.openxmlformats.org/officeDocument/2006/relationships" id="2147483671" r:id="R40381705511b4c9d"/>
    <p:sldLayoutId xmlns:r="http://schemas.openxmlformats.org/officeDocument/2006/relationships" id="2147483672" r:id="R6f92f153b54a4f2a"/>
    <p:sldLayoutId xmlns:r="http://schemas.openxmlformats.org/officeDocument/2006/relationships" id="2147483673" r:id="R7edc4655116344bf"/>
    <p:sldLayoutId xmlns:r="http://schemas.openxmlformats.org/officeDocument/2006/relationships" id="2147483674" r:id="Rb4269b4b84cf484c"/>
    <p:sldLayoutId xmlns:r="http://schemas.openxmlformats.org/officeDocument/2006/relationships" id="2147483675" r:id="Rf8e1f9674e6e4df1"/>
    <p:sldLayoutId xmlns:r="http://schemas.openxmlformats.org/officeDocument/2006/relationships" id="2147483676" r:id="Rde765b284d0b4cd7"/>
    <p:sldLayoutId xmlns:r="http://schemas.openxmlformats.org/officeDocument/2006/relationships" id="2147483677" r:id="Rda83340200c342c9"/>
    <p:sldLayoutId xmlns:r="http://schemas.openxmlformats.org/officeDocument/2006/relationships" id="2147483678" r:id="R754b8f43fb4b460d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18901fd1a8242bf" /><Relationship Type="http://schemas.openxmlformats.org/officeDocument/2006/relationships/notesSlide" Target="/ppt/notesSlides/notesSlide1.xml" Id="R9721e5ffb5ba4b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8b00926a15f40b1" /><Relationship Type="http://schemas.openxmlformats.org/officeDocument/2006/relationships/notesSlide" Target="/ppt/notesSlides/notesSlide2.xml" Id="R22a94829012947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fa5e1ea74464a89" /><Relationship Type="http://schemas.openxmlformats.org/officeDocument/2006/relationships/notesSlide" Target="/ppt/notesSlides/notesSlide3.xml" Id="R92a6bd3936c54e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e28f4fd52154378" /><Relationship Type="http://schemas.openxmlformats.org/officeDocument/2006/relationships/notesSlide" Target="/ppt/notesSlides/notesSlide4.xml" Id="Rc6f9fc279d004a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b728bdbbe01443c" /><Relationship Type="http://schemas.openxmlformats.org/officeDocument/2006/relationships/notesSlide" Target="/ppt/notesSlides/notesSlide5.xml" Id="R77cbc813b7b34c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b1776d1002a4898" /><Relationship Type="http://schemas.openxmlformats.org/officeDocument/2006/relationships/notesSlide" Target="/ppt/notesSlides/notesSlide6.xml" Id="R1026b9106b7349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f8554163e5e42b0" /><Relationship Type="http://schemas.openxmlformats.org/officeDocument/2006/relationships/notesSlide" Target="/ppt/notesSlides/notesSlide7.xml" Id="Rde0add8616df4d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oneTBB Skills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Parallel patterns, flow graphs, arenas, and evidence-backed tuning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Maintainer briefing · 7 of 7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Why this is useful to oneTBB at first glance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Match problems to composable patterns</a:t>
            </a:r>
            <a:r>
              <a:rPr sz="1913">
                <a:solidFill>
                  <a:srgbClr val="000000"/>
                </a:solidFill>
              </a:rPr>
              <a:t> — Agents choose loops, reductions, scans, pipelines, flow graph, task groups, or arenas by workload shape.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Expose concurrency contracts</a:t>
            </a:r>
            <a:r>
              <a:rPr sz="1913">
                <a:solidFill>
                  <a:srgbClr val="000000"/>
                </a:solidFill>
              </a:rPr>
              <a:t> — Mutable state, ordering, cancellation, exceptions, blocking calls, and external pools are named before parallelizing.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Bound resource ownership</a:t>
            </a:r>
            <a:r>
              <a:rPr sz="1913">
                <a:solidFill>
                  <a:srgbClr val="000000"/>
                </a:solidFill>
              </a:rPr>
              <a:t> — Flow-graph admission, stage concurrency, and capacity return become correctness requirements.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Tune only from evidence</a:t>
            </a:r>
            <a:r>
              <a:rPr sz="1913">
                <a:solidFill>
                  <a:srgbClr val="000000"/>
                </a:solidFill>
              </a:rPr>
              <a:t> — Grainsize, affinity, arenas, and concurrency are measured against a serial reference and real CPU limits.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Select the smallest correct oneTBB pattern</a:t>
            </a:r>
            <a:r>
              <a:rPr sz="1913">
                <a:solidFill>
                  <a:srgbClr val="000000"/>
                </a:solidFill>
              </a:rPr>
              <a:t> — Use the semantic shape of the work instead of writing explicit threads.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Make state and ordering explicit</a:t>
            </a:r>
            <a:r>
              <a:rPr sz="1913">
                <a:solidFill>
                  <a:srgbClr val="000000"/>
                </a:solidFill>
              </a:rPr>
              <a:t> — Partition-local temporaries beat shared mutation; join-node semantics must match correlation needs.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Control nested runtimes</a:t>
            </a:r>
            <a:r>
              <a:rPr sz="1913">
                <a:solidFill>
                  <a:srgbClr val="000000"/>
                </a:solidFill>
              </a:rPr>
              <a:t> — task_arena/global_control integrate oneTBB with thread pools, OpenMP, and other runtimes.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Treat failures as first-class</a:t>
            </a:r>
            <a:r>
              <a:rPr sz="1913">
                <a:solidFill>
                  <a:srgbClr val="000000"/>
                </a:solidFill>
              </a:rPr>
              <a:t> — Tests cover races, long-run resource bounds, cancellation, exceptions, duplicates, gaps, and ordering.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Keep GPU work elsewhere</a:t>
            </a:r>
            <a:r>
              <a:rPr sz="1913">
                <a:solidFill>
                  <a:srgbClr val="000000"/>
                </a:solidFill>
              </a:rPr>
              <a:t> — Device offload routes to SYCL or oneDPL guidance.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all 7 tasks implemented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Patterns</a:t>
            </a:r>
            <a:r>
              <a:rPr sz="1913">
                <a:solidFill>
                  <a:srgbClr val="000000"/>
                </a:solidFill>
              </a:rPr>
              <a:t> — Histogram local aggregation; stable compaction scan; bounded image flow graph.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Runtime composition</a:t>
            </a:r>
            <a:r>
              <a:rPr sz="1913">
                <a:solidFill>
                  <a:srgbClr val="000000"/>
                </a:solidFill>
              </a:rPr>
              <a:t> — Nested thread-pool arena; cancellation and exception propagation.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Tuning</a:t>
            </a:r>
            <a:r>
              <a:rPr sz="1913">
                <a:solidFill>
                  <a:srgbClr val="000000"/>
                </a:solidFill>
              </a:rPr>
              <a:t> — Grainsize and affinity regression with measurable controls.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Join-node ordering is sourced from a maintainer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remains</a:t>
            </a:r>
            <a:r>
              <a:rPr sz="1913">
                <a:solidFill>
                  <a:srgbClr val="000000"/>
                </a:solidFill>
              </a:rPr>
              <a:t> — Human ownership and matched promotion trials — not more task-count filling.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project guidance</a:t>
            </a:r>
            <a:r>
              <a:rPr sz="1913">
                <a:solidFill>
                  <a:srgbClr val="000000"/>
                </a:solidFill>
              </a:rPr>
              <a:t> — API docs, examples, tests, migration notes, scheduler behavior, and ownership files.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Failure-shaped coverage</a:t>
            </a:r>
            <a:r>
              <a:rPr sz="1913">
                <a:solidFill>
                  <a:srgbClr val="000000"/>
                </a:solidFill>
              </a:rPr>
              <a:t> — Shared state, unbounded flow graphs, oversubscription, affinity folklore, cancellation, and message correlation.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Executable correctness</a:t>
            </a:r>
            <a:r>
              <a:rPr sz="1913">
                <a:solidFill>
                  <a:srgbClr val="000000"/>
                </a:solidFill>
              </a:rPr>
              <a:t> — Each task has deterministic success criteria; two tasks retain measured quality headroom.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Clear boundaries</a:t>
            </a:r>
            <a:r>
              <a:rPr sz="1913">
                <a:solidFill>
                  <a:srgbClr val="000000"/>
                </a:solidFill>
              </a:rPr>
              <a:t> — The skill does not replace the API reference or claim GPU-offload coverage.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the pattern-selection and runtime guidance</a:t>
            </a:r>
            <a:r>
              <a:rPr sz="1913">
                <a:solidFill>
                  <a:srgbClr val="000000"/>
                </a:solidFill>
              </a:rPr>
              <a:t> — Especially flow-graph backpressure, nested parallelism, join semantics, affinity, and migration.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Keep examples grounded</a:t>
            </a:r>
            <a:r>
              <a:rPr sz="1913">
                <a:solidFill>
                  <a:srgbClr val="000000"/>
                </a:solidFill>
              </a:rPr>
              <a:t> — Replace generic advice with project-supported idioms and tests where possible.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Calibrate, do not inflate</a:t>
            </a:r>
            <a:r>
              <a:rPr sz="1913">
                <a:solidFill>
                  <a:srgbClr val="000000"/>
                </a:solidFill>
              </a:rPr>
              <a:t> — The suite is already full; focus next on maintainer approval and whether the tasks discriminate.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Harbor, dashboards, matched comparisons, hosted CI, and shared validation remain centralized.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scope</a:t>
            </a:r>
            <a:r>
              <a:rPr sz="1913">
                <a:solidFill>
                  <a:srgbClr val="000000"/>
                </a:solidFill>
              </a:rPr>
              <a:t> — Are pattern selection, flow graph, arenas, cancellation, grainsize, affinity, and oversubscription the right first slice?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Correct one risky statement</a:t>
            </a:r>
            <a:r>
              <a:rPr sz="1913">
                <a:solidFill>
                  <a:srgbClr val="000000"/>
                </a:solidFill>
              </a:rPr>
              <a:t> — Especially legacy migration, scheduler semantics, or affinity/NUMA implications.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seven tasks</a:t>
            </a:r>
            <a:r>
              <a:rPr sz="1913">
                <a:solidFill>
                  <a:srgbClr val="000000"/>
                </a:solidFill>
              </a:rPr>
              <a:t> — Identify which are smoke coverage and which should measure real skill lift.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A small reviewer group is enough; the infrastructure burden remains with UXL.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The strongest current portfolio becomes project-backed and ready for promotion calibration.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2026-08-28T18:49:07.0600000Z</dcterms:created>
  <dcterms:modified xsi:type="dcterms:W3CDTF">2026-08-28T18:49:07.0600000Z</dcterms:modified>
</coreProperties>
</file>