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26382c2c9f4f68" /><Relationship Type="http://schemas.openxmlformats.org/officeDocument/2006/relationships/extended-properties" Target="/docProps/app.xml" Id="R61c7e770be9b47c2" /><Relationship Type="http://schemas.openxmlformats.org/officeDocument/2006/relationships/officeDocument" Target="/ppt/presentation.xml" Id="Re83592ce237b4e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095bb7f9446eb"/>
    <p:sldMasterId xmlns:r="http://schemas.openxmlformats.org/officeDocument/2006/relationships" id="2147483665" r:id="R36a42f5bb23041a9"/>
  </p:sldMasterIdLst>
  <p:notesMasterIdLst>
    <p:notesMasterId xmlns:r="http://schemas.openxmlformats.org/officeDocument/2006/relationships" r:id="R06c52bbb5de6441e"/>
  </p:notesMasterIdLst>
  <p:sldIdLst>
    <p:sldId xmlns:r="http://schemas.openxmlformats.org/officeDocument/2006/relationships" id="256" r:id="R89cae63d89684ad9"/>
    <p:sldId xmlns:r="http://schemas.openxmlformats.org/officeDocument/2006/relationships" id="257" r:id="Rdd621ee8b63c4010"/>
    <p:sldId xmlns:r="http://schemas.openxmlformats.org/officeDocument/2006/relationships" id="258" r:id="R44e685f611bd4408"/>
    <p:sldId xmlns:r="http://schemas.openxmlformats.org/officeDocument/2006/relationships" id="259" r:id="R80fd60f378b0408a"/>
    <p:sldId xmlns:r="http://schemas.openxmlformats.org/officeDocument/2006/relationships" id="260" r:id="R729453fb60e74d5d"/>
    <p:sldId xmlns:r="http://schemas.openxmlformats.org/officeDocument/2006/relationships" id="261" r:id="R9e606b5336534646"/>
    <p:sldId xmlns:r="http://schemas.openxmlformats.org/officeDocument/2006/relationships" id="262" r:id="R150cf19394fa4ae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660ec031a04177" /><Relationship Type="http://schemas.openxmlformats.org/officeDocument/2006/relationships/slideMaster" Target="/ppt/slideMasters/slideMaster1.xml" Id="R0db095bb7f9446eb" /><Relationship Type="http://schemas.openxmlformats.org/officeDocument/2006/relationships/slideMaster" Target="/ppt/slideMasters/slideMaster2.xml" Id="R36a42f5bb23041a9" /><Relationship Type="http://schemas.openxmlformats.org/officeDocument/2006/relationships/notesMaster" Target="/ppt/notesMasters/notesMaster1.xml" Id="R06c52bbb5de6441e" /><Relationship Type="http://schemas.openxmlformats.org/officeDocument/2006/relationships/presProps" Target="/ppt/presProps.xml" Id="R80b8094270e54170" /><Relationship Type="http://schemas.openxmlformats.org/officeDocument/2006/relationships/viewProps" Target="/ppt/viewProps.xml" Id="R14f4fb4f956244d2" /><Relationship Type="http://schemas.openxmlformats.org/officeDocument/2006/relationships/tableStyles" Target="/ppt/tableStyles.xml" Id="R1a785b0a6ecc4db6" /><Relationship Type="http://schemas.microsoft.com/office/2018/10/relationships/authors" Target="/ppt/authors.xml" Id="R9855b615897c4c3d" /><Relationship Type="http://schemas.openxmlformats.org/officeDocument/2006/relationships/slide" Target="/ppt/slides/slide1.xml" Id="R89cae63d89684ad9" /><Relationship Type="http://schemas.openxmlformats.org/officeDocument/2006/relationships/slide" Target="/ppt/slides/slide2.xml" Id="Rdd621ee8b63c4010" /><Relationship Type="http://schemas.openxmlformats.org/officeDocument/2006/relationships/slide" Target="/ppt/slides/slide3.xml" Id="R44e685f611bd4408" /><Relationship Type="http://schemas.openxmlformats.org/officeDocument/2006/relationships/slide" Target="/ppt/slides/slide4.xml" Id="R80fd60f378b0408a" /><Relationship Type="http://schemas.openxmlformats.org/officeDocument/2006/relationships/slide" Target="/ppt/slides/slide5.xml" Id="R729453fb60e74d5d" /><Relationship Type="http://schemas.openxmlformats.org/officeDocument/2006/relationships/slide" Target="/ppt/slides/slide6.xml" Id="R9e606b5336534646" /><Relationship Type="http://schemas.openxmlformats.org/officeDocument/2006/relationships/slide" Target="/ppt/slides/slide7.xml" Id="R150cf19394fa4a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c1e7dcdaf0e40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79d90a4015429b" /><Relationship Type="http://schemas.openxmlformats.org/officeDocument/2006/relationships/notesMaster" Target="/ppt/notesMasters/notesMaster1.xml" Id="R0d9b608adfbe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28442e0f9248fc" /><Relationship Type="http://schemas.openxmlformats.org/officeDocument/2006/relationships/notesMaster" Target="/ppt/notesMasters/notesMaster1.xml" Id="R89e6068b7b1b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3f8c67aafb44c8" /><Relationship Type="http://schemas.openxmlformats.org/officeDocument/2006/relationships/notesMaster" Target="/ppt/notesMasters/notesMaster1.xml" Id="R2cc47cec7c1d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10eb1d28034fa7" /><Relationship Type="http://schemas.openxmlformats.org/officeDocument/2006/relationships/notesMaster" Target="/ppt/notesMasters/notesMaster1.xml" Id="Rbe3258ce4ef94f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e75a5edda4ee5" /><Relationship Type="http://schemas.openxmlformats.org/officeDocument/2006/relationships/notesMaster" Target="/ppt/notesMasters/notesMaster1.xml" Id="Ra2d2b861ba1d46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c46dee5044f11" /><Relationship Type="http://schemas.openxmlformats.org/officeDocument/2006/relationships/notesMaster" Target="/ppt/notesMasters/notesMaster1.xml" Id="R98bc676b408d4c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aec99fad248d1" /><Relationship Type="http://schemas.openxmlformats.org/officeDocument/2006/relationships/notesMaster" Target="/ppt/notesMasters/notesMaster1.xml" Id="Ra104c4cdc906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oneDNN skill: make agent changes reviewable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Why this is useful to oneDNN at first glance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the skill tells an agent today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Evaluation inventory: 5 implemented, 1 honest gap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How we chose the 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What project ownership would look like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https://github.com/uxlfoundation/skills/tree/main/skills/uxl-onednn</a:t>
            </a:r>
          </a:p>
          <a:p xmlns:a="http://schemas.openxmlformats.org/drawingml/2006/main">
            <a:r>
              <a:t>- https://github.com/uxlfoundation/skills/blob/main/skill-cards/uxl-onednn.md</a:t>
            </a:r>
          </a:p>
          <a:p xmlns:a="http://schemas.openxmlformats.org/drawingml/2006/main">
            <a:r>
              <a:t>- https://github.com/uxlfoundation/skills/blob/main/docs/maintainer-review/uxl-onednn.md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Speaker cue: A focused 30-minute maintainer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77b276f404820" /><Relationship Type="http://schemas.openxmlformats.org/officeDocument/2006/relationships/image" Target="/ppt/media/image2.png" Id="Rdbd8489dad474c0d" /><Relationship Type="http://schemas.openxmlformats.org/officeDocument/2006/relationships/image" Target="/ppt/media/image3.png" Id="R0837d869ded54c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123ba11be40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8844ea2cf42aa" /><Relationship Type="http://schemas.openxmlformats.org/officeDocument/2006/relationships/image" Target="/ppt/media/image4.png" Id="R9ee2a88cc4c64e91" /><Relationship Type="http://schemas.openxmlformats.org/officeDocument/2006/relationships/image" Target="/ppt/media/image.png" Id="Rf92adbff624449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aa53768bd4952" /><Relationship Type="http://schemas.openxmlformats.org/officeDocument/2006/relationships/image" Target="/ppt/media/image5.png" Id="R7ef8af44d0ef45a9" /><Relationship Type="http://schemas.openxmlformats.org/officeDocument/2006/relationships/image" Target="/ppt/media/image.png" Id="Rcf68b81f399c43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bbb58a9604290" /><Relationship Type="http://schemas.openxmlformats.org/officeDocument/2006/relationships/image" Target="/ppt/media/image6.png" Id="Racdc15c190034e92" /><Relationship Type="http://schemas.openxmlformats.org/officeDocument/2006/relationships/image" Target="/ppt/media/image.png" Id="Rc1517d72223b43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a6ef1ec2f43b7" /><Relationship Type="http://schemas.openxmlformats.org/officeDocument/2006/relationships/image" Target="/ppt/media/image3.png" Id="R76aa32fd9ecb41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ede8259c84577" /><Relationship Type="http://schemas.openxmlformats.org/officeDocument/2006/relationships/image" Target="/ppt/media/image7.png" Id="Ra8e28c14f8774c04" /><Relationship Type="http://schemas.openxmlformats.org/officeDocument/2006/relationships/image" Target="/ppt/media/image8.png" Id="Rdbf949d7a12248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9db67ff3ef4c46" /><Relationship Type="http://schemas.openxmlformats.org/officeDocument/2006/relationships/image" Target="/ppt/media/image9.png" Id="Rcc193063cbd84cae" /><Relationship Type="http://schemas.openxmlformats.org/officeDocument/2006/relationships/image" Target="/ppt/media/image3.png" Id="R2e588e83e44642f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384b1a5f24579" /><Relationship Type="http://schemas.openxmlformats.org/officeDocument/2006/relationships/image" Target="/ppt/media/image10.png" Id="R1c04fcf5ffca414a" /><Relationship Type="http://schemas.openxmlformats.org/officeDocument/2006/relationships/image" Target="/ppt/media/image.png" Id="R3d93688c8d9f42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80f322e4c4c73" /><Relationship Type="http://schemas.openxmlformats.org/officeDocument/2006/relationships/image" Target="/ppt/media/image11.png" Id="R99fa3beb5f5a4677" /><Relationship Type="http://schemas.openxmlformats.org/officeDocument/2006/relationships/image" Target="/ppt/media/image3.png" Id="R6495d334c1cc45b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bbf48e2e74a20" /><Relationship Type="http://schemas.openxmlformats.org/officeDocument/2006/relationships/image" Target="/ppt/media/image3.png" Id="R01899967db6c4a7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6dd28726d45d8" /><Relationship Type="http://schemas.openxmlformats.org/officeDocument/2006/relationships/image" Target="/ppt/media/image12.png" Id="R92668f01e41244aa" /><Relationship Type="http://schemas.openxmlformats.org/officeDocument/2006/relationships/image" Target="/ppt/media/image.png" Id="Re1d87a65feca439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8f9214056499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4107217454a9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e8908c9af4d0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1f670db3b4fb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2a4f4315a5461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23ca5d6dea456f" /><Relationship Type="http://schemas.openxmlformats.org/officeDocument/2006/relationships/image" Target="/ppt/media/image8.png" Id="Rcaaeb29a9157488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f70ba041fa4f9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68b765af0d4a1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e1ba9419614fa3" /><Relationship Type="http://schemas.openxmlformats.org/officeDocument/2006/relationships/image" Target="/ppt/media/image13.png" Id="R89a1ed5dd55444f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0056f53b0f4c5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84a5e498094b95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cd66cb6acd4998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48c6b482304af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3ee1669d58407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055b2d27f247c7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82aa232bf54ed8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14bdc2ea0848db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dbd8489dad474c0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37d869ded54c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9ee2a88cc4c64e9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2adbff624449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7ef8af44d0ef45a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68b81f399c43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acdc15c190034e92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517d72223b43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aa32fd9ecb41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a8e28c14f8774c0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f949d7a12248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cc193063cbd84ca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588e83e44642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1c04fcf5ffca414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93688c8d9f42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99fa3beb5f5a467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95d334c1cc45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899967db6c4a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92668f01e41244a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d87a65feca43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0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aeb29a915748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a1ed5dd55444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17358223a407d" /><Relationship Type="http://schemas.openxmlformats.org/officeDocument/2006/relationships/slideLayout" Target="/ppt/slideLayouts/slideLayout1.xml" Id="Rd7e29c8c7e824f7e" /><Relationship Type="http://schemas.openxmlformats.org/officeDocument/2006/relationships/slideLayout" Target="/ppt/slideLayouts/slideLayout2.xml" Id="R0dbaa8a66f4f4acb" /><Relationship Type="http://schemas.openxmlformats.org/officeDocument/2006/relationships/slideLayout" Target="/ppt/slideLayouts/slideLayout3.xml" Id="R5fbc20468b9b408e" /><Relationship Type="http://schemas.openxmlformats.org/officeDocument/2006/relationships/slideLayout" Target="/ppt/slideLayouts/slideLayout4.xml" Id="R85412bc8411d4188" /><Relationship Type="http://schemas.openxmlformats.org/officeDocument/2006/relationships/slideLayout" Target="/ppt/slideLayouts/slideLayout5.xml" Id="R133b62a3ca8f42b4" /><Relationship Type="http://schemas.openxmlformats.org/officeDocument/2006/relationships/slideLayout" Target="/ppt/slideLayouts/slideLayout6.xml" Id="Rb727ddb485524114" /><Relationship Type="http://schemas.openxmlformats.org/officeDocument/2006/relationships/slideLayout" Target="/ppt/slideLayouts/slideLayout7.xml" Id="R49730aa7769a441e" /><Relationship Type="http://schemas.openxmlformats.org/officeDocument/2006/relationships/slideLayout" Target="/ppt/slideLayouts/slideLayout8.xml" Id="Rb2367f46a04342f0" /><Relationship Type="http://schemas.openxmlformats.org/officeDocument/2006/relationships/slideLayout" Target="/ppt/slideLayouts/slideLayout9.xml" Id="R4a7f30ea484f4c7f" /><Relationship Type="http://schemas.openxmlformats.org/officeDocument/2006/relationships/slideLayout" Target="/ppt/slideLayouts/slideLayout10.xml" Id="R516b8a93b67d4641" /><Relationship Type="http://schemas.openxmlformats.org/officeDocument/2006/relationships/slideLayout" Target="/ppt/slideLayouts/slideLayout11.xml" Id="Rc36dd1c280344185" /><Relationship Type="http://schemas.openxmlformats.org/officeDocument/2006/relationships/slideLayout" Target="/ppt/slideLayouts/slideLayout12.xml" Id="Rc60a5a90c0dc4ee6" /><Relationship Type="http://schemas.openxmlformats.org/officeDocument/2006/relationships/slideLayout" Target="/ppt/slideLayouts/slideLayout13.xml" Id="R6b9b65e946bc4356" /><Relationship Type="http://schemas.openxmlformats.org/officeDocument/2006/relationships/slideLayout" Target="/ppt/slideLayouts/slideLayout14.xml" Id="R39736e6e8a0f47fd" /><Relationship Type="http://schemas.openxmlformats.org/officeDocument/2006/relationships/slideLayout" Target="/ppt/slideLayouts/slideLayout15.xml" Id="Reb96069aa8ba4271" /><Relationship Type="http://schemas.openxmlformats.org/officeDocument/2006/relationships/slideLayout" Target="/ppt/slideLayouts/slideLayout16.xml" Id="R6cde5dbb6461400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703d25bb2bde4690" /><Relationship Type="http://schemas.openxmlformats.org/officeDocument/2006/relationships/theme" Target="/ppt/slideMasters/theme/theme3.xml" Id="Rd7533430dfee4c4f" /><Relationship Type="http://schemas.openxmlformats.org/officeDocument/2006/relationships/slideLayout" Target="/ppt/slideLayouts/slideLayout17.xml" Id="R2807564afb3b43c5" /><Relationship Type="http://schemas.openxmlformats.org/officeDocument/2006/relationships/slideLayout" Target="/ppt/slideLayouts/slideLayout18.xml" Id="R5d4590a8fac64b3d" /><Relationship Type="http://schemas.openxmlformats.org/officeDocument/2006/relationships/slideLayout" Target="/ppt/slideLayouts/slideLayout19.xml" Id="R4b76bf9014ce4cf9" /><Relationship Type="http://schemas.openxmlformats.org/officeDocument/2006/relationships/slideLayout" Target="/ppt/slideLayouts/slideLayout20.xml" Id="Rdd4d43776c614e45" /><Relationship Type="http://schemas.openxmlformats.org/officeDocument/2006/relationships/slideLayout" Target="/ppt/slideLayouts/slideLayout21.xml" Id="R95feb4cf911948a5" /><Relationship Type="http://schemas.openxmlformats.org/officeDocument/2006/relationships/slideLayout" Target="/ppt/slideLayouts/slideLayout22.xml" Id="R31bfa7bea7734a1e" /><Relationship Type="http://schemas.openxmlformats.org/officeDocument/2006/relationships/slideLayout" Target="/ppt/slideLayouts/slideLayout23.xml" Id="R90f1e9d8053a442c" /><Relationship Type="http://schemas.openxmlformats.org/officeDocument/2006/relationships/slideLayout" Target="/ppt/slideLayouts/slideLayout24.xml" Id="R3f002582de17435c" /><Relationship Type="http://schemas.openxmlformats.org/officeDocument/2006/relationships/slideLayout" Target="/ppt/slideLayouts/slideLayout25.xml" Id="Raf7e092a61104e2d" /><Relationship Type="http://schemas.openxmlformats.org/officeDocument/2006/relationships/slideLayout" Target="/ppt/slideLayouts/slideLayout26.xml" Id="Rc0763a066e654137" /><Relationship Type="http://schemas.openxmlformats.org/officeDocument/2006/relationships/slideLayout" Target="/ppt/slideLayouts/slideLayout27.xml" Id="R17c73363c14d4c09" /><Relationship Type="http://schemas.openxmlformats.org/officeDocument/2006/relationships/slideLayout" Target="/ppt/slideLayouts/slideLayout28.xml" Id="Rcecd6e049aee4b6c" /><Relationship Type="http://schemas.openxmlformats.org/officeDocument/2006/relationships/slideLayout" Target="/ppt/slideLayouts/slideLayout29.xml" Id="R8a13810f60d84ff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29c8c7e824f7e"/>
    <p:sldLayoutId xmlns:r="http://schemas.openxmlformats.org/officeDocument/2006/relationships" id="2147483650" r:id="R0dbaa8a66f4f4acb"/>
    <p:sldLayoutId xmlns:r="http://schemas.openxmlformats.org/officeDocument/2006/relationships" id="2147483651" r:id="R5fbc20468b9b408e"/>
    <p:sldLayoutId xmlns:r="http://schemas.openxmlformats.org/officeDocument/2006/relationships" id="2147483652" r:id="R85412bc8411d4188"/>
    <p:sldLayoutId xmlns:r="http://schemas.openxmlformats.org/officeDocument/2006/relationships" id="2147483653" r:id="R133b62a3ca8f42b4"/>
    <p:sldLayoutId xmlns:r="http://schemas.openxmlformats.org/officeDocument/2006/relationships" id="2147483654" r:id="Rb727ddb485524114"/>
    <p:sldLayoutId xmlns:r="http://schemas.openxmlformats.org/officeDocument/2006/relationships" id="2147483655" r:id="R49730aa7769a441e"/>
    <p:sldLayoutId xmlns:r="http://schemas.openxmlformats.org/officeDocument/2006/relationships" id="2147483656" r:id="Rb2367f46a04342f0"/>
    <p:sldLayoutId xmlns:r="http://schemas.openxmlformats.org/officeDocument/2006/relationships" id="2147483657" r:id="R4a7f30ea484f4c7f"/>
    <p:sldLayoutId xmlns:r="http://schemas.openxmlformats.org/officeDocument/2006/relationships" id="2147483658" r:id="R516b8a93b67d4641"/>
    <p:sldLayoutId xmlns:r="http://schemas.openxmlformats.org/officeDocument/2006/relationships" id="2147483659" r:id="Rc36dd1c280344185"/>
    <p:sldLayoutId xmlns:r="http://schemas.openxmlformats.org/officeDocument/2006/relationships" id="2147483660" r:id="Rc60a5a90c0dc4ee6"/>
    <p:sldLayoutId xmlns:r="http://schemas.openxmlformats.org/officeDocument/2006/relationships" id="2147483661" r:id="R6b9b65e946bc4356"/>
    <p:sldLayoutId xmlns:r="http://schemas.openxmlformats.org/officeDocument/2006/relationships" id="2147483662" r:id="R39736e6e8a0f47fd"/>
    <p:sldLayoutId xmlns:r="http://schemas.openxmlformats.org/officeDocument/2006/relationships" id="2147483663" r:id="Reb96069aa8ba4271"/>
    <p:sldLayoutId xmlns:r="http://schemas.openxmlformats.org/officeDocument/2006/relationships" id="2147483664" r:id="R6cde5dbb6461400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3d25bb2bde46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2807564afb3b43c5"/>
    <p:sldLayoutId xmlns:r="http://schemas.openxmlformats.org/officeDocument/2006/relationships" id="2147483667" r:id="R5d4590a8fac64b3d"/>
    <p:sldLayoutId xmlns:r="http://schemas.openxmlformats.org/officeDocument/2006/relationships" id="2147483668" r:id="R4b76bf9014ce4cf9"/>
    <p:sldLayoutId xmlns:r="http://schemas.openxmlformats.org/officeDocument/2006/relationships" id="2147483669" r:id="Rdd4d43776c614e45"/>
    <p:sldLayoutId xmlns:r="http://schemas.openxmlformats.org/officeDocument/2006/relationships" id="2147483670" r:id="R95feb4cf911948a5"/>
    <p:sldLayoutId xmlns:r="http://schemas.openxmlformats.org/officeDocument/2006/relationships" id="2147483671" r:id="R31bfa7bea7734a1e"/>
    <p:sldLayoutId xmlns:r="http://schemas.openxmlformats.org/officeDocument/2006/relationships" id="2147483672" r:id="R90f1e9d8053a442c"/>
    <p:sldLayoutId xmlns:r="http://schemas.openxmlformats.org/officeDocument/2006/relationships" id="2147483673" r:id="R3f002582de17435c"/>
    <p:sldLayoutId xmlns:r="http://schemas.openxmlformats.org/officeDocument/2006/relationships" id="2147483674" r:id="Raf7e092a61104e2d"/>
    <p:sldLayoutId xmlns:r="http://schemas.openxmlformats.org/officeDocument/2006/relationships" id="2147483675" r:id="Rc0763a066e654137"/>
    <p:sldLayoutId xmlns:r="http://schemas.openxmlformats.org/officeDocument/2006/relationships" id="2147483676" r:id="R17c73363c14d4c09"/>
    <p:sldLayoutId xmlns:r="http://schemas.openxmlformats.org/officeDocument/2006/relationships" id="2147483677" r:id="Rcecd6e049aee4b6c"/>
    <p:sldLayoutId xmlns:r="http://schemas.openxmlformats.org/officeDocument/2006/relationships" id="2147483678" r:id="R8a13810f60d84ffb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6a3e267baae4bb3" /><Relationship Type="http://schemas.openxmlformats.org/officeDocument/2006/relationships/notesSlide" Target="/ppt/notesSlides/notesSlide1.xml" Id="Re29417118005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3bb965d26b443ac" /><Relationship Type="http://schemas.openxmlformats.org/officeDocument/2006/relationships/notesSlide" Target="/ppt/notesSlides/notesSlide2.xml" Id="R6911af84ac31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b1641bce049f4d83" /><Relationship Type="http://schemas.openxmlformats.org/officeDocument/2006/relationships/notesSlide" Target="/ppt/notesSlides/notesSlide3.xml" Id="Rb1af5a20bd9e41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f6dcdfc7f5354d05" /><Relationship Type="http://schemas.openxmlformats.org/officeDocument/2006/relationships/notesSlide" Target="/ppt/notesSlides/notesSlide4.xml" Id="R07f9ad87bca3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68132d530c34c67" /><Relationship Type="http://schemas.openxmlformats.org/officeDocument/2006/relationships/notesSlide" Target="/ppt/notesSlides/notesSlide5.xml" Id="R2b7a9eb3ff7f49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a456bd4e8f34fc4" /><Relationship Type="http://schemas.openxmlformats.org/officeDocument/2006/relationships/notesSlide" Target="/ppt/notesSlides/notesSlide6.xml" Id="Rabc161163119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b77e2cca9094556" /><Relationship Type="http://schemas.openxmlformats.org/officeDocument/2006/relationships/notesSlide" Target="/ppt/notesSlides/notesSlide7.xml" Id="R3d2c18cdee3a4e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oneDNN Skills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Primitives, memory layouts, fusion, and benchdnn evidence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Maintainer briefing · 5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Why this is useful to oneDNN at first glance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Protect the semantic boundary</a:t>
            </a:r>
            <a:r>
              <a:rPr sz="1913">
                <a:solidFill>
                  <a:srgbClr val="000000"/>
                </a:solidFill>
              </a:rPr>
              <a:t> — Agents must state shapes, strides, data types, attributes, layout assumptions, and tolerances before tuning.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Prevent reorder-driven regressions</a:t>
            </a:r>
            <a:r>
              <a:rPr sz="1913">
                <a:solidFill>
                  <a:srgbClr val="000000"/>
                </a:solidFill>
              </a:rPr>
              <a:t> — The skill treats physical layout and reorder placement as part of design, not cleanup.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Make fusion claims testable</a:t>
            </a:r>
            <a:r>
              <a:rPr sz="1913">
                <a:solidFill>
                  <a:srgbClr val="000000"/>
                </a:solidFill>
              </a:rPr>
              <a:t> — Build unfused parity first, then add post-ops or graph fusion and re-check.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Use project-native evidence</a:t>
            </a:r>
            <a:r>
              <a:rPr sz="1913">
                <a:solidFill>
                  <a:srgbClr val="000000"/>
                </a:solidFill>
              </a:rPr>
              <a:t> — benchdnn modes, verbose implementation selection, existing tests, and representative shapes anchor the workflow.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primitives versus graph deliberately</a:t>
            </a:r>
            <a:r>
              <a:rPr sz="1913">
                <a:solidFill>
                  <a:srgbClr val="000000"/>
                </a:solidFill>
              </a:rPr>
              <a:t> — Prefer explicit primitives for isolated control; use graph/fusion only after individual parity.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Construct memory descriptors explicitly</a:t>
            </a:r>
            <a:r>
              <a:rPr sz="1913">
                <a:solidFill>
                  <a:srgbClr val="000000"/>
                </a:solidFill>
              </a:rPr>
              <a:t> — Logical shape is not physical layout; optimized formats require intentional boundaries.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benchdnn failures</a:t>
            </a:r>
            <a:r>
              <a:rPr sz="1913">
                <a:solidFill>
                  <a:srgbClr val="000000"/>
                </a:solidFill>
              </a:rPr>
              <a:t> — Separate create, reference-data, execute, compare, and report phases before editing code.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Gate performance on correctness</a:t>
            </a:r>
            <a:r>
              <a:rPr sz="1913">
                <a:solidFill>
                  <a:srgbClr val="000000"/>
                </a:solidFill>
              </a:rPr>
              <a:t> — Record engine, mode, descriptor, selected implementation, baseline, and measurement environment.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Verify current backend support</a:t>
            </a:r>
            <a:r>
              <a:rPr sz="1913">
                <a:solidFill>
                  <a:srgbClr val="000000"/>
                </a:solidFill>
              </a:rPr>
              <a:t> — No static promise that a primitive or device path exists.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1 honest gap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Matmul memory descriptors; convolution fusion parity; extra reorder regression; framework blocked layout; benchdnn no-reference-memory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benchdnn-no-ref-memory is sourced from upstream issue #5732 and its accepted repair.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A real backend-unimplemented-primitive failure on a declared target device.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The implemented tasks check workflow and repair behavior; they do not qualify every backend or primitive.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oneDNN sources</a:t>
            </a:r>
            <a:r>
              <a:rPr sz="1913">
                <a:solidFill>
                  <a:srgbClr val="000000"/>
                </a:solidFill>
              </a:rPr>
              <a:t> — Project docs, examples, tests, benchdnn behavior, releases, and ownership files.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Failure-shaped scenarios</a:t>
            </a:r>
            <a:r>
              <a:rPr sz="1913">
                <a:solidFill>
                  <a:srgbClr val="000000"/>
                </a:solidFill>
              </a:rPr>
              <a:t> — Layout mismatches, unnecessary reorders, fusion parity, framework boundaries, and harness-mode bugs.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 review standard</a:t>
            </a:r>
            <a:r>
              <a:rPr sz="1913">
                <a:solidFill>
                  <a:srgbClr val="000000"/>
                </a:solidFill>
              </a:rPr>
              <a:t> — Realistic prompts, deterministic correctness checks, limitations, and current-source verification.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Deliberate gaps</a:t>
            </a:r>
            <a:r>
              <a:rPr sz="1913">
                <a:solidFill>
                  <a:srgbClr val="000000"/>
                </a:solidFill>
              </a:rPr>
              <a:t> — Target-dependent support remains planned until a real environment and reproducer exist.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a small surface</a:t>
            </a:r>
            <a:r>
              <a:rPr sz="1913">
                <a:solidFill>
                  <a:srgbClr val="000000"/>
                </a:solidFill>
              </a:rPr>
              <a:t> — SKILL.md, official source ledger, public skill card, eval prompts, and the oneDNN task slice.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Change it through normal PRs</a:t>
            </a:r>
            <a:r>
              <a:rPr sz="1913">
                <a:solidFill>
                  <a:srgbClr val="000000"/>
                </a:solidFill>
              </a:rPr>
              <a:t> — Correct terminology, narrow triggers, add a gotcha, refresh sources, or retire an evaluation.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 execution, dashboards, and hardware-runner contracts stay shared.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Promotion remains project-gated</a:t>
            </a:r>
            <a:r>
              <a:rPr sz="1913">
                <a:solidFill>
                  <a:srgbClr val="000000"/>
                </a:solidFill>
              </a:rPr>
              <a:t> — No reviewed/project-owned label without a maintainer decision and recorded limitations.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scope</a:t>
            </a:r>
            <a:r>
              <a:rPr sz="1913">
                <a:solidFill>
                  <a:srgbClr val="000000"/>
                </a:solidFill>
              </a:rPr>
              <a:t> — Are primitive/graph choices, layout boundaries, fusion, numerics, verbose output, and benchdnn the right first slice?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three things</a:t>
            </a:r>
            <a:r>
              <a:rPr sz="1913">
                <a:solidFill>
                  <a:srgbClr val="000000"/>
                </a:solidFill>
              </a:rPr>
              <a:t> — One trigger, one gotcha, and one unsupported/overstated assumption.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</a:t>
            </a:r>
            <a:r>
              <a:rPr sz="1913">
                <a:solidFill>
                  <a:srgbClr val="000000"/>
                </a:solidFill>
              </a:rPr>
              <a:t> — Keep, rewrite, or remove each; nominate a better target-device failure if available.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person or team for release-time or quarterly source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 project-backed skill that gives coding agents the same first-pass discipline maintainers expect.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2026-08-28T18:48:59.5130000Z</dcterms:created>
  <dcterms:modified xsi:type="dcterms:W3CDTF">2026-08-28T18:48:59.5130000Z</dcterms:modified>
</coreProperties>
</file>