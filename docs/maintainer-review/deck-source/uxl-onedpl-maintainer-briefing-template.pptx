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44527cfa614b3c" /><Relationship Type="http://schemas.openxmlformats.org/officeDocument/2006/relationships/extended-properties" Target="/docProps/app.xml" Id="Re72c59761ee44d4e" /><Relationship Type="http://schemas.openxmlformats.org/officeDocument/2006/relationships/officeDocument" Target="/ppt/presentation.xml" Id="R27b2e71dc3e845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a1718f46d84f54"/>
    <p:sldMasterId xmlns:r="http://schemas.openxmlformats.org/officeDocument/2006/relationships" id="2147483665" r:id="R89b73e96144947f3"/>
  </p:sldMasterIdLst>
  <p:notesMasterIdLst>
    <p:notesMasterId xmlns:r="http://schemas.openxmlformats.org/officeDocument/2006/relationships" r:id="R1a5b68a841ab4fc4"/>
  </p:notesMasterIdLst>
  <p:sldIdLst>
    <p:sldId xmlns:r="http://schemas.openxmlformats.org/officeDocument/2006/relationships" id="256" r:id="Rbc2945f63a864859"/>
    <p:sldId xmlns:r="http://schemas.openxmlformats.org/officeDocument/2006/relationships" id="257" r:id="Rd31c59e4aaca453d"/>
    <p:sldId xmlns:r="http://schemas.openxmlformats.org/officeDocument/2006/relationships" id="258" r:id="Rb29c3773cac94b2b"/>
    <p:sldId xmlns:r="http://schemas.openxmlformats.org/officeDocument/2006/relationships" id="259" r:id="R736e19fd94f8454e"/>
    <p:sldId xmlns:r="http://schemas.openxmlformats.org/officeDocument/2006/relationships" id="260" r:id="R226a1e96743242cb"/>
    <p:sldId xmlns:r="http://schemas.openxmlformats.org/officeDocument/2006/relationships" id="261" r:id="R17a187467ae34fe5"/>
    <p:sldId xmlns:r="http://schemas.openxmlformats.org/officeDocument/2006/relationships" id="262" r:id="R99ba953017194b81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88CCCD01-97AC-4357-C424-1E1719E13916}" name="Melonakos, John" userId="S::john.melonakos@intel.com::e4ba5227-81af-4bfc-a6c3-8d16dbd7ef43" providerId="AD"/>
  <p188:author id="{2537F321-FAFC-553E-123C-6049CCA8EBAC}" name="Richards, Alison L" initials="AR" userId="S::alison.l.richards@intel.com::8477381d-98f3-4355-aa8c-c2b33fe71620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4784470b784207" /><Relationship Type="http://schemas.openxmlformats.org/officeDocument/2006/relationships/slideMaster" Target="/ppt/slideMasters/slideMaster1.xml" Id="R92a1718f46d84f54" /><Relationship Type="http://schemas.openxmlformats.org/officeDocument/2006/relationships/slideMaster" Target="/ppt/slideMasters/slideMaster2.xml" Id="R89b73e96144947f3" /><Relationship Type="http://schemas.openxmlformats.org/officeDocument/2006/relationships/notesMaster" Target="/ppt/notesMasters/notesMaster1.xml" Id="R1a5b68a841ab4fc4" /><Relationship Type="http://schemas.openxmlformats.org/officeDocument/2006/relationships/presProps" Target="/ppt/presProps.xml" Id="Rfc306a08143645fb" /><Relationship Type="http://schemas.openxmlformats.org/officeDocument/2006/relationships/viewProps" Target="/ppt/viewProps.xml" Id="Rf938e29c58ec45d3" /><Relationship Type="http://schemas.openxmlformats.org/officeDocument/2006/relationships/tableStyles" Target="/ppt/tableStyles.xml" Id="Rc008697317fd4eb7" /><Relationship Type="http://schemas.microsoft.com/office/2018/10/relationships/authors" Target="/ppt/authors.xml" Id="Rc374dffb59924822" /><Relationship Type="http://schemas.openxmlformats.org/officeDocument/2006/relationships/slide" Target="/ppt/slides/slide1.xml" Id="Rbc2945f63a864859" /><Relationship Type="http://schemas.openxmlformats.org/officeDocument/2006/relationships/slide" Target="/ppt/slides/slide2.xml" Id="Rd31c59e4aaca453d" /><Relationship Type="http://schemas.openxmlformats.org/officeDocument/2006/relationships/slide" Target="/ppt/slides/slide3.xml" Id="Rb29c3773cac94b2b" /><Relationship Type="http://schemas.openxmlformats.org/officeDocument/2006/relationships/slide" Target="/ppt/slides/slide4.xml" Id="R736e19fd94f8454e" /><Relationship Type="http://schemas.openxmlformats.org/officeDocument/2006/relationships/slide" Target="/ppt/slides/slide5.xml" Id="R226a1e96743242cb" /><Relationship Type="http://schemas.openxmlformats.org/officeDocument/2006/relationships/slide" Target="/ppt/slides/slide6.xml" Id="R17a187467ae34fe5" /><Relationship Type="http://schemas.openxmlformats.org/officeDocument/2006/relationships/slide" Target="/ppt/slides/slide7.xml" Id="R99ba953017194b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5f89a47ef9b94f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e7a1199e1e43eb" /><Relationship Type="http://schemas.openxmlformats.org/officeDocument/2006/relationships/notesMaster" Target="/ppt/notesMasters/notesMaster1.xml" Id="R24ddcf81d1b648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872780369d4f95" /><Relationship Type="http://schemas.openxmlformats.org/officeDocument/2006/relationships/notesMaster" Target="/ppt/notesMasters/notesMaster1.xml" Id="R55c0edc72bf048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25d8a14f3c46ee" /><Relationship Type="http://schemas.openxmlformats.org/officeDocument/2006/relationships/notesMaster" Target="/ppt/notesMasters/notesMaster1.xml" Id="Ra732aa6cd53241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37e0b9f99b4376" /><Relationship Type="http://schemas.openxmlformats.org/officeDocument/2006/relationships/notesMaster" Target="/ppt/notesMasters/notesMaster1.xml" Id="Rfd91194d637049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27b35ad5114894" /><Relationship Type="http://schemas.openxmlformats.org/officeDocument/2006/relationships/notesMaster" Target="/ppt/notesMasters/notesMaster1.xml" Id="R724df1c013e04b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dbd778c9d34243" /><Relationship Type="http://schemas.openxmlformats.org/officeDocument/2006/relationships/notesMaster" Target="/ppt/notesMasters/notesMaster1.xml" Id="Ra486a127284c49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a3ae96dfa04dee" /><Relationship Type="http://schemas.openxmlformats.org/officeDocument/2006/relationships/notesMaster" Target="/ppt/notesMasters/notesMaster1.xml" Id="R4a20602b0d0049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https://github.com/uxlfoundation/skills/tree/main/skills/uxl-onedpl</a:t>
            </a:r>
          </a:p>
          <a:p xmlns:a="http://schemas.openxmlformats.org/drawingml/2006/main">
            <a:r>
              <a:t>- https://github.com/uxlfoundation/skills/blob/main/skill-cards/uxl-onedpl.md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oneDPL skill: keep policy, data, and synchronization aligned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https://github.com/uxlfoundation/skills/tree/main/skills/uxl-onedpl</a:t>
            </a:r>
          </a:p>
          <a:p xmlns:a="http://schemas.openxmlformats.org/drawingml/2006/main">
            <a:r>
              <a:t>- https://github.com/uxlfoundation/skills/blob/main/skill-cards/uxl-onedpl.md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Why this is useful to oneDPL at first glance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https://github.com/uxlfoundation/skills/tree/main/skills/uxl-onedpl</a:t>
            </a:r>
          </a:p>
          <a:p xmlns:a="http://schemas.openxmlformats.org/drawingml/2006/main">
            <a:r>
              <a:t>- https://github.com/uxlfoundation/skills/blob/main/skill-cards/uxl-onedpl.md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What the skill tells an agent today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https://github.com/uxlfoundation/skills/tree/main/skills/uxl-onedpl</a:t>
            </a:r>
          </a:p>
          <a:p xmlns:a="http://schemas.openxmlformats.org/drawingml/2006/main">
            <a:r>
              <a:t>- https://github.com/uxlfoundation/skills/blob/main/skill-cards/uxl-onedpl.md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Evaluation inventory: 4 implemented, 2 device gaps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https://github.com/uxlfoundation/skills/tree/main/skills/uxl-onedpl</a:t>
            </a:r>
          </a:p>
          <a:p xmlns:a="http://schemas.openxmlformats.org/drawingml/2006/main">
            <a:r>
              <a:t>- https://github.com/uxlfoundation/skills/blob/main/skill-cards/uxl-onedpl.md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How we chose the content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https://github.com/uxlfoundation/skills/tree/main/skills/uxl-onedpl</a:t>
            </a:r>
          </a:p>
          <a:p xmlns:a="http://schemas.openxmlformats.org/drawingml/2006/main">
            <a:r>
              <a:t>- https://github.com/uxlfoundation/skills/blob/main/skill-cards/uxl-onedpl.md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What project ownership would look like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https://github.com/uxlfoundation/skills/tree/main/skills/uxl-onedpl</a:t>
            </a:r>
          </a:p>
          <a:p xmlns:a="http://schemas.openxmlformats.org/drawingml/2006/main">
            <a:r>
              <a:t>- https://github.com/uxlfoundation/skills/blob/main/skill-cards/uxl-onedpl.md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A focused 30-minute maintainer review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ae77f056834921" /><Relationship Type="http://schemas.openxmlformats.org/officeDocument/2006/relationships/image" Target="/ppt/media/image2.png" Id="R7bdbfe1fb21e4610" /><Relationship Type="http://schemas.openxmlformats.org/officeDocument/2006/relationships/image" Target="/ppt/media/image3.png" Id="R42a6836b4a014d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bde7b0fd5a461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18d2bf9653477a" /><Relationship Type="http://schemas.openxmlformats.org/officeDocument/2006/relationships/image" Target="/ppt/media/image4.png" Id="R8e9fcad50a9049b3" /><Relationship Type="http://schemas.openxmlformats.org/officeDocument/2006/relationships/image" Target="/ppt/media/image.png" Id="Reb9fd04369424e0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c9253e179445f4" /><Relationship Type="http://schemas.openxmlformats.org/officeDocument/2006/relationships/image" Target="/ppt/media/image5.png" Id="Rc3df9592e1734ba4" /><Relationship Type="http://schemas.openxmlformats.org/officeDocument/2006/relationships/image" Target="/ppt/media/image.png" Id="R2136be0b781148e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99877a87b945ad" /><Relationship Type="http://schemas.openxmlformats.org/officeDocument/2006/relationships/image" Target="/ppt/media/image6.png" Id="Rc537fc480af948b6" /><Relationship Type="http://schemas.openxmlformats.org/officeDocument/2006/relationships/image" Target="/ppt/media/image.png" Id="R75bb7ef1f725448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8f82229bdd42f9" /><Relationship Type="http://schemas.openxmlformats.org/officeDocument/2006/relationships/image" Target="/ppt/media/image3.png" Id="Raf84c3e0237d452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62a7b3915940ed" /><Relationship Type="http://schemas.openxmlformats.org/officeDocument/2006/relationships/image" Target="/ppt/media/image7.png" Id="Ra43d04dabecb4dee" /><Relationship Type="http://schemas.openxmlformats.org/officeDocument/2006/relationships/image" Target="/ppt/media/image8.png" Id="Re1aa112fde68422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f220ab43fd49b2" /><Relationship Type="http://schemas.openxmlformats.org/officeDocument/2006/relationships/image" Target="/ppt/media/image9.png" Id="Ra147b501508e46af" /><Relationship Type="http://schemas.openxmlformats.org/officeDocument/2006/relationships/image" Target="/ppt/media/image3.png" Id="Rf1582e0e2c96413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de56f178114f86" /><Relationship Type="http://schemas.openxmlformats.org/officeDocument/2006/relationships/image" Target="/ppt/media/image10.png" Id="Rf66b1840078146e9" /><Relationship Type="http://schemas.openxmlformats.org/officeDocument/2006/relationships/image" Target="/ppt/media/image.png" Id="R7a652e71f072476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fc977ef4b745d7" /><Relationship Type="http://schemas.openxmlformats.org/officeDocument/2006/relationships/image" Target="/ppt/media/image11.png" Id="R30f2a23e3d1c4f2e" /><Relationship Type="http://schemas.openxmlformats.org/officeDocument/2006/relationships/image" Target="/ppt/media/image3.png" Id="R7dddad5a03b14bf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11af594d3b49df" /><Relationship Type="http://schemas.openxmlformats.org/officeDocument/2006/relationships/image" Target="/ppt/media/image3.png" Id="Rafb1abf557fa4dc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2b1affed30404c" /><Relationship Type="http://schemas.openxmlformats.org/officeDocument/2006/relationships/image" Target="/ppt/media/image12.png" Id="Rdf27be1c94ea4bb7" /><Relationship Type="http://schemas.openxmlformats.org/officeDocument/2006/relationships/image" Target="/ppt/media/image.png" Id="Rdf0ff4a41844427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406e0af509498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d8e3d6ee0645a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c5208a3d024613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351590146944b6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6e5a6b5c0a64688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e9decfc6e4b41ab" /><Relationship Type="http://schemas.openxmlformats.org/officeDocument/2006/relationships/image" Target="/ppt/media/image8.png" Id="R248a1ae30a7d486a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8c52c13c7d7478e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8581b12a383498c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daaaccdaf324f88" /><Relationship Type="http://schemas.openxmlformats.org/officeDocument/2006/relationships/image" Target="/ppt/media/image13.png" Id="Rb5192b6a674241be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af1cad4b4b146f2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083a27c2d034d1a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4ed4dd00cd44c82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ff3c2f0a4354b29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d0685512eb24519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a3af78c54204d4c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db89b54fb85483a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c028a3c2fca4ac0" /></Relationships>
</file>

<file path=ppt/slideLayouts/slideLayout1.xml><?xml version="1.0" encoding="utf-8"?>
<p:sldLayout xmlns:p="http://schemas.openxmlformats.org/presentationml/2006/main" matchingName="Thank You">
  <p:cSld name="Thank You">
    <p:bg>
      <p:bgPr>
        <a:blipFill xmlns:a="http://schemas.openxmlformats.org/drawingml/2006/main">
          <a:blip xmlns:r="http://schemas.openxmlformats.org/officeDocument/2006/relationships" r:embed="R7bdbfe1fb21e4610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0184EF6B-B731-4A4B-9F88-2D09CF561B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28C60AC1-D1F9-4302-85E1-9F96EFE042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6" name="Google Shape;13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2a6836b4a014dd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7466F925-C761-4FC6-8010-24310917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3934" y="6464808"/>
            <a:ext cx="438000" cy="18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rPr>
              <a:t>‹#›</a:t>
            </a:fld>
            <a:endParaRPr sz="800" b="0" i="0" u="none" cap="none">
              <a:solidFill>
                <a:schemeClr val="dk2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">
  <p:cSld name="Title">
    <p:bg>
      <p:bgPr>
        <a:blipFill xmlns:a="http://schemas.openxmlformats.org/drawingml/2006/main">
          <a:blip xmlns:r="http://schemas.openxmlformats.org/officeDocument/2006/relationships" r:embed="R8e9fcad50a9049b3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3D9B31CA-9F7C-444B-9127-2211184E04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376250E8-C76D-4246-9E57-8E9A0B9C98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22" name="Google Shape;19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b9fd04369424e0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Image + Content">
  <p:cSld name="Image + Content">
    <p:bg>
      <p:bgPr>
        <a:blipFill xmlns:a="http://schemas.openxmlformats.org/drawingml/2006/main">
          <a:blip xmlns:r="http://schemas.openxmlformats.org/officeDocument/2006/relationships" r:embed="Rc3df9592e1734ba4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12541317-D5ED-472D-B8CE-B6AA613A28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81849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9190C952-D221-4914-8650-572F1686F1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F20D38E1-4995-4EAA-8F8C-3294AB048E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32" name="Google Shape;24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136be0b781148e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05523224-8360-4F16-AAAF-B059321594B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04850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6" name="Google Shape;26;p5">
            <a:extLst xmlns:a="http://schemas.openxmlformats.org/drawingml/2006/main">
              <a:ext uri="{FF2B5EF4-FFF2-40B4-BE49-F238E27FC236}">
                <a16:creationId xmlns:a16="http://schemas.microsoft.com/office/drawing/2014/main" id="{CF836F05-C5B5-4796-93DB-5CB33F4A75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81850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A10314F0-0E71-4DF7-92FD-7915A0C49A6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81849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3 Column">
  <p:cSld name="3 Column">
    <p:bg>
      <p:bgPr>
        <a:blipFill xmlns:a="http://schemas.openxmlformats.org/drawingml/2006/main">
          <a:blip xmlns:r="http://schemas.openxmlformats.org/officeDocument/2006/relationships" r:embed="Rc537fc480af948b6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6">
            <a:extLst xmlns:a="http://schemas.openxmlformats.org/drawingml/2006/main">
              <a:ext uri="{FF2B5EF4-FFF2-40B4-BE49-F238E27FC236}">
                <a16:creationId xmlns:a16="http://schemas.microsoft.com/office/drawing/2014/main" id="{2C286BA0-2848-4CB0-B8ED-B05F127D36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508000"/>
            <a:ext cx="10969200" cy="88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0" name="Google Shape;30;p6">
            <a:extLst xmlns:a="http://schemas.openxmlformats.org/drawingml/2006/main">
              <a:ext uri="{FF2B5EF4-FFF2-40B4-BE49-F238E27FC236}">
                <a16:creationId xmlns:a16="http://schemas.microsoft.com/office/drawing/2014/main" id="{F6320788-2A26-49DF-9E82-7E29296488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6">
            <a:extLst xmlns:a="http://schemas.openxmlformats.org/drawingml/2006/main">
              <a:ext uri="{FF2B5EF4-FFF2-40B4-BE49-F238E27FC236}">
                <a16:creationId xmlns:a16="http://schemas.microsoft.com/office/drawing/2014/main" id="{11A6D741-194B-4E61-8577-A979D29FDD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47" name="Google Shape;3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5bb7ef1f725448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Google Shape;33;p6">
            <a:extLst xmlns:a="http://schemas.openxmlformats.org/drawingml/2006/main">
              <a:ext uri="{FF2B5EF4-FFF2-40B4-BE49-F238E27FC236}">
                <a16:creationId xmlns:a16="http://schemas.microsoft.com/office/drawing/2014/main" id="{7414E324-EE01-4806-BE03-D154DB84BC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1416050"/>
            <a:ext cx="109692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8C311D82-E09E-43AB-9374-6B4F2D19E7C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12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A411423D-D01F-4137-BDD1-DB8A0750A98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12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6" name="Google Shape;36;p6">
            <a:extLst xmlns:a="http://schemas.openxmlformats.org/drawingml/2006/main">
              <a:ext uri="{FF2B5EF4-FFF2-40B4-BE49-F238E27FC236}">
                <a16:creationId xmlns:a16="http://schemas.microsoft.com/office/drawing/2014/main" id="{E2B28271-833A-4332-B02E-8FF04ECB6F50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437515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A3C93514-097B-4A5A-95A0-FC68BBDBB3DD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37515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8" name="Google Shape;38;p6">
            <a:extLst xmlns:a="http://schemas.openxmlformats.org/drawingml/2006/main">
              <a:ext uri="{FF2B5EF4-FFF2-40B4-BE49-F238E27FC236}">
                <a16:creationId xmlns:a16="http://schemas.microsoft.com/office/drawing/2014/main" id="{F9423233-66B7-4237-A4DC-6DD823F409C2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80391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A6AD0949-6711-4A41-A8D9-45F443C3F29D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80391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0" name="Google Shape;40;p6">
            <a:extLst xmlns:a="http://schemas.openxmlformats.org/drawingml/2006/main">
              <a:ext uri="{FF2B5EF4-FFF2-40B4-BE49-F238E27FC236}">
                <a16:creationId xmlns:a16="http://schemas.microsoft.com/office/drawing/2014/main" id="{16E9E978-A1D5-4200-AD3B-95A7B807FA11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11201" y="4682068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1" name="Google Shape;41;p6">
            <a:extLst xmlns:a="http://schemas.openxmlformats.org/drawingml/2006/main">
              <a:ext uri="{FF2B5EF4-FFF2-40B4-BE49-F238E27FC236}">
                <a16:creationId xmlns:a16="http://schemas.microsoft.com/office/drawing/2014/main" id="{1A2B1B51-2FF6-453C-8AB5-209BF78D5280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4375150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2" name="Google Shape;42;p6">
            <a:extLst xmlns:a="http://schemas.openxmlformats.org/drawingml/2006/main">
              <a:ext uri="{FF2B5EF4-FFF2-40B4-BE49-F238E27FC236}">
                <a16:creationId xmlns:a16="http://schemas.microsoft.com/office/drawing/2014/main" id="{EF039A03-0470-4A10-B410-461214EB077A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039099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ntent + Image">
  <p:cSld name="Content + Image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p7">
            <a:extLst xmlns:a="http://schemas.openxmlformats.org/drawingml/2006/main">
              <a:ext uri="{FF2B5EF4-FFF2-40B4-BE49-F238E27FC236}">
                <a16:creationId xmlns:a16="http://schemas.microsoft.com/office/drawing/2014/main" id="{D41415B6-08AC-40A0-9070-C42B3700ECE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878056" y="0"/>
            <a:ext cx="5313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330DAE41-4F44-4D1C-B757-7DCD758C22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254352"/>
            <a:ext cx="66783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46" name="Google Shape;46;p7">
            <a:extLst xmlns:a="http://schemas.openxmlformats.org/drawingml/2006/main">
              <a:ext uri="{FF2B5EF4-FFF2-40B4-BE49-F238E27FC236}">
                <a16:creationId xmlns:a16="http://schemas.microsoft.com/office/drawing/2014/main" id="{CE89233E-20D6-4BD2-A4E7-63280A33F6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7">
            <a:extLst xmlns:a="http://schemas.openxmlformats.org/drawingml/2006/main">
              <a:ext uri="{FF2B5EF4-FFF2-40B4-BE49-F238E27FC236}">
                <a16:creationId xmlns:a16="http://schemas.microsoft.com/office/drawing/2014/main" id="{E809BA7D-A9D3-44E6-89B3-540F4CB6CA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373C680B-ECF1-4575-99A9-AF9C9FA0E3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2070101"/>
            <a:ext cx="66783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9" name="Google Shape;49;p7">
            <a:extLst xmlns:a="http://schemas.openxmlformats.org/drawingml/2006/main">
              <a:ext uri="{FF2B5EF4-FFF2-40B4-BE49-F238E27FC236}">
                <a16:creationId xmlns:a16="http://schemas.microsoft.com/office/drawing/2014/main" id="{268527F6-7420-4027-BE03-277926BAF10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188" y="3098800"/>
            <a:ext cx="57834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0" name="Google Shape;50;p7">
            <a:extLst xmlns:a="http://schemas.openxmlformats.org/drawingml/2006/main">
              <a:ext uri="{FF2B5EF4-FFF2-40B4-BE49-F238E27FC236}">
                <a16:creationId xmlns:a16="http://schemas.microsoft.com/office/drawing/2014/main" id="{2372ACFA-DA83-4B93-9A90-C5F7F1E7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59" name="Google Shape;51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f84c3e0237d452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.xml><?xml version="1.0" encoding="utf-8"?>
<p:sldLayout xmlns:p="http://schemas.openxmlformats.org/presentationml/2006/main" matchingName="Section Title - Alt">
  <p:cSld name="Section Title - Alt">
    <p:bg>
      <p:bgPr>
        <a:blipFill xmlns:a="http://schemas.openxmlformats.org/drawingml/2006/main">
          <a:blip xmlns:r="http://schemas.openxmlformats.org/officeDocument/2006/relationships" r:embed="Ra43d04dabecb4dee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F5C860C7-316E-4100-8E1F-DD7A852284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54" name="Google Shape;54;p8">
            <a:extLst xmlns:a="http://schemas.openxmlformats.org/drawingml/2006/main">
              <a:ext uri="{FF2B5EF4-FFF2-40B4-BE49-F238E27FC236}">
                <a16:creationId xmlns:a16="http://schemas.microsoft.com/office/drawing/2014/main" id="{7FDBD9B0-29BD-4C32-AA7B-79B6E994E1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86C335D9-0262-47C9-AE48-B334AF3AAB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56" name="Google Shape;56;p8">
            <a:extLst xmlns:a="http://schemas.openxmlformats.org/drawingml/2006/main">
              <a:ext uri="{FF2B5EF4-FFF2-40B4-BE49-F238E27FC236}">
                <a16:creationId xmlns:a16="http://schemas.microsoft.com/office/drawing/2014/main" id="{A5C6E393-14F6-4B70-8AD8-D39F92F45B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pic>
        <p:nvPicPr>
          <p:cNvPr id="62" name="Google Shape;57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1aa112fde68422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matchingName="Section Title">
  <p:cSld name="Section Title">
    <p:bg>
      <p:bgPr>
        <a:blipFill xmlns:a="http://schemas.openxmlformats.org/drawingml/2006/main">
          <a:blip xmlns:r="http://schemas.openxmlformats.org/officeDocument/2006/relationships" r:embed="Ra147b501508e46af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A565EF18-3B25-48B1-B3AF-C4AE936A8BE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031706" y="0"/>
            <a:ext cx="616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96B7BE86-1A68-43B5-A745-77D4D8E3F2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D98B9B0D-13E8-4FC2-BCCB-96BAC2F6F2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2" name="Google Shape;62;p9">
            <a:extLst xmlns:a="http://schemas.openxmlformats.org/drawingml/2006/main">
              <a:ext uri="{FF2B5EF4-FFF2-40B4-BE49-F238E27FC236}">
                <a16:creationId xmlns:a16="http://schemas.microsoft.com/office/drawing/2014/main" id="{89991FA8-80F5-4A15-AF19-F9A122C1D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63" name="Google Shape;63;p9">
            <a:extLst xmlns:a="http://schemas.openxmlformats.org/drawingml/2006/main">
              <a:ext uri="{FF2B5EF4-FFF2-40B4-BE49-F238E27FC236}">
                <a16:creationId xmlns:a16="http://schemas.microsoft.com/office/drawing/2014/main" id="{4BAB767F-5601-4F12-A69F-51F81DF0E8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64" name="Google Shape;64;p9">
            <a:extLst xmlns:a="http://schemas.openxmlformats.org/drawingml/2006/main">
              <a:ext uri="{FF2B5EF4-FFF2-40B4-BE49-F238E27FC236}">
                <a16:creationId xmlns:a16="http://schemas.microsoft.com/office/drawing/2014/main" id="{459BE17B-CC11-4E58-9376-9AD4A06F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72" name="Google Shape;65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1582e0e2c96413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1_Image + Content">
  <p:cSld name="1_Image + Content">
    <p:bg>
      <p:bgPr>
        <a:blipFill xmlns:a="http://schemas.openxmlformats.org/drawingml/2006/main">
          <a:blip xmlns:r="http://schemas.openxmlformats.org/officeDocument/2006/relationships" r:embed="Rf66b1840078146e9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591EB01D-19B3-499D-BA36-3C8CAE6BC0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10">
            <a:extLst xmlns:a="http://schemas.openxmlformats.org/drawingml/2006/main">
              <a:ext uri="{FF2B5EF4-FFF2-40B4-BE49-F238E27FC236}">
                <a16:creationId xmlns:a16="http://schemas.microsoft.com/office/drawing/2014/main" id="{DF84B5CD-FF12-4BBD-9680-41A6052924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77" name="Google Shape;69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a652e71f072476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0">
            <a:extLst xmlns:a="http://schemas.openxmlformats.org/drawingml/2006/main">
              <a:ext uri="{FF2B5EF4-FFF2-40B4-BE49-F238E27FC236}">
                <a16:creationId xmlns:a16="http://schemas.microsoft.com/office/drawing/2014/main" id="{3D83FD3B-7DC3-4CB3-8949-6DA154F5FD9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245731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1" name="Google Shape;71;p10">
            <a:extLst xmlns:a="http://schemas.openxmlformats.org/drawingml/2006/main">
              <a:ext uri="{FF2B5EF4-FFF2-40B4-BE49-F238E27FC236}">
                <a16:creationId xmlns:a16="http://schemas.microsoft.com/office/drawing/2014/main" id="{E375A252-3B4B-4BB9-BF95-43FAA9DFA6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2" name="Google Shape;72;p10">
            <a:extLst xmlns:a="http://schemas.openxmlformats.org/drawingml/2006/main">
              <a:ext uri="{FF2B5EF4-FFF2-40B4-BE49-F238E27FC236}">
                <a16:creationId xmlns:a16="http://schemas.microsoft.com/office/drawing/2014/main" id="{44A20E46-A2C9-4EF5-9B08-5CD91CC6E2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8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3" name="Google Shape;73;p10">
            <a:extLst xmlns:a="http://schemas.openxmlformats.org/drawingml/2006/main">
              <a:ext uri="{FF2B5EF4-FFF2-40B4-BE49-F238E27FC236}">
                <a16:creationId xmlns:a16="http://schemas.microsoft.com/office/drawing/2014/main" id="{6B3E30D7-005A-4814-B526-AB74BD8DC89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357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50/50 - Left">
  <p:cSld name="50/50 - Left">
    <p:bg>
      <p:bgPr>
        <a:blipFill xmlns:a="http://schemas.openxmlformats.org/drawingml/2006/main">
          <a:blip xmlns:r="http://schemas.openxmlformats.org/officeDocument/2006/relationships" r:embed="R30f2a23e3d1c4f2e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1">
            <a:extLst xmlns:a="http://schemas.openxmlformats.org/drawingml/2006/main">
              <a:ext uri="{FF2B5EF4-FFF2-40B4-BE49-F238E27FC236}">
                <a16:creationId xmlns:a16="http://schemas.microsoft.com/office/drawing/2014/main" id="{5F7A92BA-227F-4F3C-B88F-F9CC2F9D1D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8" y="254352"/>
            <a:ext cx="51225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6" name="Google Shape;76;p11">
            <a:extLst xmlns:a="http://schemas.openxmlformats.org/drawingml/2006/main">
              <a:ext uri="{FF2B5EF4-FFF2-40B4-BE49-F238E27FC236}">
                <a16:creationId xmlns:a16="http://schemas.microsoft.com/office/drawing/2014/main" id="{54BEDE05-B946-43A3-902F-9F1E957AC7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1">
            <a:extLst xmlns:a="http://schemas.openxmlformats.org/drawingml/2006/main">
              <a:ext uri="{FF2B5EF4-FFF2-40B4-BE49-F238E27FC236}">
                <a16:creationId xmlns:a16="http://schemas.microsoft.com/office/drawing/2014/main" id="{AFD77255-7E15-41FC-A222-30E0C202FB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78" name="Google Shape;78;p11">
            <a:extLst xmlns:a="http://schemas.openxmlformats.org/drawingml/2006/main">
              <a:ext uri="{FF2B5EF4-FFF2-40B4-BE49-F238E27FC236}">
                <a16:creationId xmlns:a16="http://schemas.microsoft.com/office/drawing/2014/main" id="{C8F2D1CC-DD91-4700-875A-2BD86ECCCB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7" y="2070101"/>
            <a:ext cx="51225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79" name="Google Shape;79;p11">
            <a:extLst xmlns:a="http://schemas.openxmlformats.org/drawingml/2006/main">
              <a:ext uri="{FF2B5EF4-FFF2-40B4-BE49-F238E27FC236}">
                <a16:creationId xmlns:a16="http://schemas.microsoft.com/office/drawing/2014/main" id="{197A1598-5BF4-4BFA-A87C-90E0F058D5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1357" y="3098800"/>
            <a:ext cx="42831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86" name="Google Shape;80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dddad5a03b14bf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matchingName="Image + Caption">
  <p:cSld name="Image +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12">
            <a:extLst xmlns:a="http://schemas.openxmlformats.org/drawingml/2006/main">
              <a:ext uri="{FF2B5EF4-FFF2-40B4-BE49-F238E27FC236}">
                <a16:creationId xmlns:a16="http://schemas.microsoft.com/office/drawing/2014/main" id="{A880A401-653F-43CC-96D9-4FE471FBD0BF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852" y="0"/>
            <a:ext cx="1219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3" name="Google Shape;83;p12">
            <a:extLst xmlns:a="http://schemas.openxmlformats.org/drawingml/2006/main">
              <a:ext uri="{FF2B5EF4-FFF2-40B4-BE49-F238E27FC236}">
                <a16:creationId xmlns:a16="http://schemas.microsoft.com/office/drawing/2014/main" id="{7367C427-DCFD-4308-A30E-DE036C85F60E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1" y="0"/>
            <a:ext cx="4506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4" name="Google Shape;84;p12">
            <a:extLst xmlns:a="http://schemas.openxmlformats.org/drawingml/2006/main">
              <a:ext uri="{FF2B5EF4-FFF2-40B4-BE49-F238E27FC236}">
                <a16:creationId xmlns:a16="http://schemas.microsoft.com/office/drawing/2014/main" id="{EAEB2F9B-37E7-4DBD-8EEE-2BD6F9F0CB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5" name="Google Shape;85;p12">
            <a:extLst xmlns:a="http://schemas.openxmlformats.org/drawingml/2006/main">
              <a:ext uri="{FF2B5EF4-FFF2-40B4-BE49-F238E27FC236}">
                <a16:creationId xmlns:a16="http://schemas.microsoft.com/office/drawing/2014/main" id="{4787BE10-245B-42B7-A90E-9B81018B66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86" name="Google Shape;86;p12">
            <a:extLst xmlns:a="http://schemas.openxmlformats.org/drawingml/2006/main">
              <a:ext uri="{FF2B5EF4-FFF2-40B4-BE49-F238E27FC236}">
                <a16:creationId xmlns:a16="http://schemas.microsoft.com/office/drawing/2014/main" id="{2E5D6EDB-F6E8-494B-BEA1-CFA948A1F9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1200" y="3581400"/>
            <a:ext cx="3166500" cy="85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7" name="Google Shape;87;p12">
            <a:extLst xmlns:a="http://schemas.openxmlformats.org/drawingml/2006/main">
              <a:ext uri="{FF2B5EF4-FFF2-40B4-BE49-F238E27FC236}">
                <a16:creationId xmlns:a16="http://schemas.microsoft.com/office/drawing/2014/main" id="{D244FE2F-D85A-43C8-81C3-7B6AA5A89A6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11202" y="4438647"/>
            <a:ext cx="3166500" cy="129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8" name="Google Shape;88;p12">
            <a:extLst xmlns:a="http://schemas.openxmlformats.org/drawingml/2006/main">
              <a:ext uri="{FF2B5EF4-FFF2-40B4-BE49-F238E27FC236}">
                <a16:creationId xmlns:a16="http://schemas.microsoft.com/office/drawing/2014/main" id="{4941836E-FCB1-4F10-8CC6-9A39D0C6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97" name="Google Shape;89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fb1abf557fa4dc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matchingName="Quote">
  <p:cSld name="Quote">
    <p:bg>
      <p:bgPr>
        <a:blipFill xmlns:a="http://schemas.openxmlformats.org/drawingml/2006/main">
          <a:blip xmlns:r="http://schemas.openxmlformats.org/officeDocument/2006/relationships" r:embed="Rdf27be1c94ea4bb7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Google Shape;91;p13">
            <a:extLst xmlns:a="http://schemas.openxmlformats.org/drawingml/2006/main">
              <a:ext uri="{FF2B5EF4-FFF2-40B4-BE49-F238E27FC236}">
                <a16:creationId xmlns:a16="http://schemas.microsoft.com/office/drawing/2014/main" id="{A06B95D6-096A-4749-999F-A189AB19BB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03799" y="1266186"/>
            <a:ext cx="6013500" cy="264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4000"/>
              <a:buFont typeface="Lato Light"/>
              <a:buNone/>
              <a:defRPr sz="4000"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92" name="Google Shape;92;p13">
            <a:extLst xmlns:a="http://schemas.openxmlformats.org/drawingml/2006/main">
              <a:ext uri="{FF2B5EF4-FFF2-40B4-BE49-F238E27FC236}">
                <a16:creationId xmlns:a16="http://schemas.microsoft.com/office/drawing/2014/main" id="{110A1962-DDA9-4494-A602-B2FB105B2E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3" name="Google Shape;93;p13">
            <a:extLst xmlns:a="http://schemas.openxmlformats.org/drawingml/2006/main">
              <a:ext uri="{FF2B5EF4-FFF2-40B4-BE49-F238E27FC236}">
                <a16:creationId xmlns:a16="http://schemas.microsoft.com/office/drawing/2014/main" id="{B02978BB-1CAF-4255-906C-AE755079B6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4" name="Google Shape;94;p13">
            <a:extLst xmlns:a="http://schemas.openxmlformats.org/drawingml/2006/main">
              <a:ext uri="{FF2B5EF4-FFF2-40B4-BE49-F238E27FC236}">
                <a16:creationId xmlns:a16="http://schemas.microsoft.com/office/drawing/2014/main" id="{6FCC3D18-5C96-4A28-A821-9C09CA23DA8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7550" y="1092200"/>
            <a:ext cx="3663900" cy="407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95" name="Google Shape;95;p13">
            <a:extLst xmlns:a="http://schemas.openxmlformats.org/drawingml/2006/main">
              <a:ext uri="{FF2B5EF4-FFF2-40B4-BE49-F238E27FC236}">
                <a16:creationId xmlns:a16="http://schemas.microsoft.com/office/drawing/2014/main" id="{1B0139C4-18EE-45B6-8108-E78B2EBA2E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75300" y="41899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6" name="Google Shape;96;p13">
            <a:extLst xmlns:a="http://schemas.openxmlformats.org/drawingml/2006/main">
              <a:ext uri="{FF2B5EF4-FFF2-40B4-BE49-F238E27FC236}">
                <a16:creationId xmlns:a16="http://schemas.microsoft.com/office/drawing/2014/main" id="{F48726BE-8428-4D96-A99E-2204EDF48FF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575300" y="44312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7" name="Google Shape;97;p13">
            <a:extLst xmlns:a="http://schemas.openxmlformats.org/drawingml/2006/main">
              <a:ext uri="{FF2B5EF4-FFF2-40B4-BE49-F238E27FC236}">
                <a16:creationId xmlns:a16="http://schemas.microsoft.com/office/drawing/2014/main" id="{AD820F24-36C9-483D-BCEF-5E0BFEA6E80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5575300" y="4721186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09" name="Google Shape;9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f0ff4a41844427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9" name="Google Shape;99;p13">
            <a:extLst xmlns:a="http://schemas.openxmlformats.org/drawingml/2006/main">
              <a:ext uri="{FF2B5EF4-FFF2-40B4-BE49-F238E27FC236}">
                <a16:creationId xmlns:a16="http://schemas.microsoft.com/office/drawing/2014/main" id="{487BC388-1C13-4C20-9703-A397E8D8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2613" y="4256576"/>
            <a:ext cx="731838" cy="654050"/>
          </a:xfrm>
          <a:custGeom xmlns:a="http://schemas.openxmlformats.org/drawingml/2006/main">
            <a:rect l="l" t="t" r="r" b="b"/>
            <a:pathLst>
              <a:path w="534" h="478">
                <a:moveTo>
                  <a:pt x="0" y="237"/>
                </a:moveTo>
                <a:cubicBezTo>
                  <a:pt x="118" y="237"/>
                  <a:pt x="118" y="237"/>
                  <a:pt x="118" y="237"/>
                </a:cubicBezTo>
                <a:cubicBezTo>
                  <a:pt x="116" y="265"/>
                  <a:pt x="107" y="290"/>
                  <a:pt x="91" y="311"/>
                </a:cubicBezTo>
                <a:cubicBezTo>
                  <a:pt x="74" y="332"/>
                  <a:pt x="44" y="353"/>
                  <a:pt x="0" y="374"/>
                </a:cubicBezTo>
                <a:cubicBezTo>
                  <a:pt x="54" y="478"/>
                  <a:pt x="54" y="478"/>
                  <a:pt x="54" y="478"/>
                </a:cubicBezTo>
                <a:cubicBezTo>
                  <a:pt x="124" y="447"/>
                  <a:pt x="174" y="410"/>
                  <a:pt x="203" y="368"/>
                </a:cubicBezTo>
                <a:cubicBezTo>
                  <a:pt x="232" y="326"/>
                  <a:pt x="247" y="269"/>
                  <a:pt x="247" y="196"/>
                </a:cubicBezTo>
                <a:cubicBezTo>
                  <a:pt x="247" y="0"/>
                  <a:pt x="247" y="0"/>
                  <a:pt x="24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37"/>
                  <a:pt x="0" y="237"/>
                  <a:pt x="0" y="237"/>
                </a:cubicBezTo>
                <a:close/>
                <a:moveTo>
                  <a:pt x="287" y="237"/>
                </a:moveTo>
                <a:cubicBezTo>
                  <a:pt x="405" y="237"/>
                  <a:pt x="405" y="237"/>
                  <a:pt x="405" y="237"/>
                </a:cubicBezTo>
                <a:cubicBezTo>
                  <a:pt x="403" y="265"/>
                  <a:pt x="394" y="290"/>
                  <a:pt x="378" y="311"/>
                </a:cubicBezTo>
                <a:cubicBezTo>
                  <a:pt x="361" y="332"/>
                  <a:pt x="331" y="353"/>
                  <a:pt x="287" y="374"/>
                </a:cubicBezTo>
                <a:cubicBezTo>
                  <a:pt x="341" y="478"/>
                  <a:pt x="341" y="478"/>
                  <a:pt x="341" y="478"/>
                </a:cubicBezTo>
                <a:cubicBezTo>
                  <a:pt x="411" y="447"/>
                  <a:pt x="461" y="410"/>
                  <a:pt x="490" y="368"/>
                </a:cubicBezTo>
                <a:cubicBezTo>
                  <a:pt x="519" y="326"/>
                  <a:pt x="534" y="269"/>
                  <a:pt x="534" y="196"/>
                </a:cubicBezTo>
                <a:cubicBezTo>
                  <a:pt x="534" y="0"/>
                  <a:pt x="534" y="0"/>
                  <a:pt x="534" y="0"/>
                </a:cubicBezTo>
                <a:cubicBezTo>
                  <a:pt x="287" y="0"/>
                  <a:pt x="287" y="0"/>
                  <a:pt x="287" y="0"/>
                </a:cubicBezTo>
                <a:cubicBezTo>
                  <a:pt x="287" y="237"/>
                  <a:pt x="287" y="237"/>
                  <a:pt x="287" y="237"/>
                </a:cubicBezTo>
                <a:close/>
              </a:path>
            </a:pathLst>
          </a:custGeom>
          <a:solidFill xmlns:a="http://schemas.openxmlformats.org/drawingml/2006/main">
            <a:srgbClr val="A003E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Light"/>
              <a:buNone/>
            </a:pPr>
            <a:endParaRPr sz="1800" b="0" i="0" u="none" cap="none">
              <a:solidFill>
                <a:srgbClr val="000000"/>
              </a:solidFill>
              <a:latin typeface="Lato Light"/>
              <a:ea typeface="Lato Light"/>
              <a:cs typeface="Lato Light"/>
            </a:endParaRPr>
          </a:p>
        </p:txBody>
      </p:sp>
      <p:sp>
        <p:nvSpPr>
          <p:cNvPr id="100" name="Google Shape;100;p13">
            <a:extLst xmlns:a="http://schemas.openxmlformats.org/drawingml/2006/main">
              <a:ext uri="{FF2B5EF4-FFF2-40B4-BE49-F238E27FC236}">
                <a16:creationId xmlns:a16="http://schemas.microsoft.com/office/drawing/2014/main" id="{22400EC8-4BFC-4B72-B061-8FBC7C56A60A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4110038" y="1092200"/>
            <a:ext cx="731400" cy="6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3.xml><?xml version="1.0" encoding="utf-8"?>
<p:sldLayout xmlns:p="http://schemas.openxmlformats.org/presentationml/2006/main" matchingName="1_Custom Layout">
  <p:cSld name="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14">
            <a:extLst xmlns:a="http://schemas.openxmlformats.org/drawingml/2006/main">
              <a:ext uri="{FF2B5EF4-FFF2-40B4-BE49-F238E27FC236}">
                <a16:creationId xmlns:a16="http://schemas.microsoft.com/office/drawing/2014/main" id="{CDFCBE7E-9CE1-4639-8625-700909572F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03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C9E40E3F-CAF5-40C0-A939-1FF682A111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104" name="Google Shape;104;p14">
            <a:extLst xmlns:a="http://schemas.openxmlformats.org/drawingml/2006/main">
              <a:ext uri="{FF2B5EF4-FFF2-40B4-BE49-F238E27FC236}">
                <a16:creationId xmlns:a16="http://schemas.microsoft.com/office/drawing/2014/main" id="{146F5DBC-AE26-4446-9EDC-F3AED93268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1_Title and Bulleted Text">
  <p:cSld name="1_Title and Bullete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Google Shape;106;p15">
            <a:extLst xmlns:a="http://schemas.openxmlformats.org/drawingml/2006/main">
              <a:ext uri="{FF2B5EF4-FFF2-40B4-BE49-F238E27FC236}">
                <a16:creationId xmlns:a16="http://schemas.microsoft.com/office/drawing/2014/main" id="{1B8401F1-851C-4C21-91DE-D4DDAF2F88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7484" y="1274878"/>
            <a:ext cx="10970700" cy="456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2pPr>
            <a:lvl3pPr marL="13716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3pPr>
            <a:lvl4pPr marL="1828800" indent="-36404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133"/>
              <a:buChar char="•"/>
              <a:defRPr sz="2133">
                <a:solidFill>
                  <a:schemeClr val="lt1"/>
                </a:solidFill>
              </a:defRPr>
            </a:lvl4pPr>
            <a:lvl5pPr marL="2286000" indent="-3302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07" name="Google Shape;107;p15">
            <a:extLst xmlns:a="http://schemas.openxmlformats.org/drawingml/2006/main">
              <a:ext uri="{FF2B5EF4-FFF2-40B4-BE49-F238E27FC236}">
                <a16:creationId xmlns:a16="http://schemas.microsoft.com/office/drawing/2014/main" id="{6C0AB984-C87B-40ED-BCE0-672D0B3754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55471" y="6417288"/>
            <a:ext cx="5211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cxnSp>
        <p:nvCxnSpPr>
          <p:cNvPr id="120" name="Google Shape;108;p15"/>
          <p:cNvCxnSpPr/>
          <p:nvPr/>
        </p:nvCxnSpPr>
        <p:spPr>
          <a:xfrm xmlns:a="http://schemas.openxmlformats.org/drawingml/2006/main">
            <a:off x="11731367" y="6432290"/>
            <a:ext cx="0" cy="2964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</p:spTree>
  </p:cSld>
</p:sldLayout>
</file>

<file path=ppt/slideLayouts/slideLayout1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5EED09-FE29-1679-80F0-4F41DC4E96C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51D36D4-160C-EFC2-1556-BFEBBDF0F2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08E408-2CB0-F310-B961-FBB20C11A6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817111-9B06-6C72-E224-84EAFD0374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BFF89E-C6DE-0A01-E76B-E2BF3BED0A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DDCD8B-4975-BC43-CA90-F602B97CCD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232200-74F9-8FF9-D6E8-EA020AFC05E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F6B64B-E803-E85A-C38C-4270ADD597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E73FBD-2167-D62D-180B-975EB687D0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62E63B7-2BE8-7C67-E431-9A5E805B35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Title and Content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Google Shape;118;p17">
            <a:extLst xmlns:a="http://schemas.openxmlformats.org/drawingml/2006/main">
              <a:ext uri="{FF2B5EF4-FFF2-40B4-BE49-F238E27FC236}">
                <a16:creationId xmlns:a16="http://schemas.microsoft.com/office/drawing/2014/main" id="{4909104E-5D6C-438E-86B2-33C54048BA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>
                <a:solidFill>
                  <a:srgbClr val="6F1BBA"/>
                </a:solidFill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19" name="Google Shape;119;p17">
            <a:extLst xmlns:a="http://schemas.openxmlformats.org/drawingml/2006/main">
              <a:ext uri="{FF2B5EF4-FFF2-40B4-BE49-F238E27FC236}">
                <a16:creationId xmlns:a16="http://schemas.microsoft.com/office/drawing/2014/main" id="{C951574A-BC3A-4874-B5F4-74B462CB3C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>
                <a:latin typeface="Lato"/>
                <a:ea typeface="Lato"/>
                <a:cs typeface="Lato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>
                <a:latin typeface="Lato"/>
                <a:ea typeface="Lato"/>
                <a:cs typeface="Lato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0" name="Google Shape;120;p17">
            <a:extLst xmlns:a="http://schemas.openxmlformats.org/drawingml/2006/main">
              <a:ext uri="{FF2B5EF4-FFF2-40B4-BE49-F238E27FC236}">
                <a16:creationId xmlns:a16="http://schemas.microsoft.com/office/drawing/2014/main" id="{073248DA-CE16-4250-AC1F-59101874E5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1" name="Google Shape;121;p17">
            <a:extLst xmlns:a="http://schemas.openxmlformats.org/drawingml/2006/main">
              <a:ext uri="{FF2B5EF4-FFF2-40B4-BE49-F238E27FC236}">
                <a16:creationId xmlns:a16="http://schemas.microsoft.com/office/drawing/2014/main" id="{A6D84400-C57D-41B3-8EDC-48230185F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2" name="Google Shape;122;p17">
            <a:extLst xmlns:a="http://schemas.openxmlformats.org/drawingml/2006/main">
              <a:ext uri="{FF2B5EF4-FFF2-40B4-BE49-F238E27FC236}">
                <a16:creationId xmlns:a16="http://schemas.microsoft.com/office/drawing/2014/main" id="{E88EF1AC-4C7B-4D3F-A098-194067AFC7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Title Only 1" preserve="1">
  <p:cSld name="Title Only 1">
    <p:bg>
      <p:bgPr>
        <a:gradFill xmlns:a="http://schemas.openxmlformats.org/drawingml/2006/main">
          <a:gsLst>
            <a:gs pos="0">
              <a:srgbClr val="9C03E8"/>
            </a:gs>
            <a:gs pos="100000">
              <a:srgbClr val="3A3286"/>
            </a:gs>
          </a:gsLst>
          <a:lin ang="18599929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159EA5F7-6180-4085-85D0-F25013F8D9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25" name="Google Shape;125;p18">
            <a:extLst xmlns:a="http://schemas.openxmlformats.org/drawingml/2006/main">
              <a:ext uri="{FF2B5EF4-FFF2-40B4-BE49-F238E27FC236}">
                <a16:creationId xmlns:a16="http://schemas.microsoft.com/office/drawing/2014/main" id="{5D7B9E06-1245-4115-8CB9-ED5FF48525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7654" y="6412912"/>
            <a:ext cx="4200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29" name="Google Shape;126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48a1ae30a7d486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3873" y="6131349"/>
            <a:ext cx="1279854" cy="476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9.xml><?xml version="1.0" encoding="utf-8"?>
<p:sldLayout xmlns:p="http://schemas.openxmlformats.org/presentationml/2006/main" matchingName="Caption" preserve="1">
  <p:cSld name="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Google Shape;128;p19">
            <a:extLst xmlns:a="http://schemas.openxmlformats.org/drawingml/2006/main">
              <a:ext uri="{FF2B5EF4-FFF2-40B4-BE49-F238E27FC236}">
                <a16:creationId xmlns:a16="http://schemas.microsoft.com/office/drawing/2014/main" id="{CAF3F56D-2491-4093-BAC7-C5B8A10901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5640767"/>
            <a:ext cx="7998300" cy="80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9" name="Google Shape;129;p19">
            <a:extLst xmlns:a="http://schemas.openxmlformats.org/drawingml/2006/main">
              <a:ext uri="{FF2B5EF4-FFF2-40B4-BE49-F238E27FC236}">
                <a16:creationId xmlns:a16="http://schemas.microsoft.com/office/drawing/2014/main" id="{374AE68E-3766-4013-BFD7-DB7783D322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Title, 2 sub, 2 column" preserve="1">
  <p:cSld name="Title, 2 sub, 2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Google Shape;131;p20">
            <a:extLst xmlns:a="http://schemas.openxmlformats.org/drawingml/2006/main">
              <a:ext uri="{FF2B5EF4-FFF2-40B4-BE49-F238E27FC236}">
                <a16:creationId xmlns:a16="http://schemas.microsoft.com/office/drawing/2014/main" id="{D90349AC-C298-4B00-9985-ABACDC4562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7036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2" name="Google Shape;132;p20">
            <a:extLst xmlns:a="http://schemas.openxmlformats.org/drawingml/2006/main">
              <a:ext uri="{FF2B5EF4-FFF2-40B4-BE49-F238E27FC236}">
                <a16:creationId xmlns:a16="http://schemas.microsoft.com/office/drawing/2014/main" id="{82354204-0DD3-44C7-91A6-909FAD4FB3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0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3" name="Google Shape;133;p20">
            <a:extLst xmlns:a="http://schemas.openxmlformats.org/drawingml/2006/main">
              <a:ext uri="{FF2B5EF4-FFF2-40B4-BE49-F238E27FC236}">
                <a16:creationId xmlns:a16="http://schemas.microsoft.com/office/drawing/2014/main" id="{1220AB53-41DF-4EF2-B5E4-592F79C9218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96002" y="144145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4" name="Google Shape;134;p20">
            <a:extLst xmlns:a="http://schemas.openxmlformats.org/drawingml/2006/main">
              <a:ext uri="{FF2B5EF4-FFF2-40B4-BE49-F238E27FC236}">
                <a16:creationId xmlns:a16="http://schemas.microsoft.com/office/drawing/2014/main" id="{1E3B348D-69F5-4700-8754-2B1A8A8875D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27036" y="144144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5" name="Google Shape;135;p20">
            <a:extLst xmlns:a="http://schemas.openxmlformats.org/drawingml/2006/main">
              <a:ext uri="{FF2B5EF4-FFF2-40B4-BE49-F238E27FC236}">
                <a16:creationId xmlns:a16="http://schemas.microsoft.com/office/drawing/2014/main" id="{F48425C2-BEE0-4360-9596-3CB74762A09A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27037" y="277148"/>
            <a:ext cx="10942500" cy="4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0" i="0"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matchingName="Title Slide" preserve="1">
  <p:cSld name="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Google Shape;137;p21">
            <a:extLst xmlns:a="http://schemas.openxmlformats.org/drawingml/2006/main">
              <a:ext uri="{FF2B5EF4-FFF2-40B4-BE49-F238E27FC236}">
                <a16:creationId xmlns:a16="http://schemas.microsoft.com/office/drawing/2014/main" id="{D177387D-3569-4FCE-98E3-EEAD7275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hlink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rgbClr val="6F1BBA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40" name="Google Shape;138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5192b6a674241b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06161" y="2085009"/>
            <a:ext cx="5779678" cy="21574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2.xml><?xml version="1.0" encoding="utf-8"?>
<p:sldLayout xmlns:p="http://schemas.openxmlformats.org/presentationml/2006/main" matchingName="Two Content 1" preserve="1">
  <p:cSld name="Two Content 1"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Google Shape;140;p22">
            <a:extLst xmlns:a="http://schemas.openxmlformats.org/drawingml/2006/main">
              <a:ext uri="{FF2B5EF4-FFF2-40B4-BE49-F238E27FC236}">
                <a16:creationId xmlns:a16="http://schemas.microsoft.com/office/drawing/2014/main" id="{69914F38-B09D-4779-A4ED-4B2E086D2E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866913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41" name="Google Shape;141;p22">
            <a:extLst xmlns:a="http://schemas.openxmlformats.org/drawingml/2006/main">
              <a:ext uri="{FF2B5EF4-FFF2-40B4-BE49-F238E27FC236}">
                <a16:creationId xmlns:a16="http://schemas.microsoft.com/office/drawing/2014/main" id="{69B6FA08-B05C-4E88-8E52-0BF8367DB6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328285"/>
            <a:ext cx="5181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1800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Title Slide" preserve="1">
  <p:cSld name="1_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Google Shape;143;p23">
            <a:extLst xmlns:a="http://schemas.openxmlformats.org/drawingml/2006/main">
              <a:ext uri="{FF2B5EF4-FFF2-40B4-BE49-F238E27FC236}">
                <a16:creationId xmlns:a16="http://schemas.microsoft.com/office/drawing/2014/main" id="{58014FB6-7A9F-463A-8A8C-8254EC9211D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75930" y="1059610"/>
            <a:ext cx="4742400" cy="238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Lato"/>
              <a:buNone/>
              <a:defRPr sz="6000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Google Shape;145;p24">
            <a:extLst xmlns:a="http://schemas.openxmlformats.org/drawingml/2006/main">
              <a:ext uri="{FF2B5EF4-FFF2-40B4-BE49-F238E27FC236}">
                <a16:creationId xmlns:a16="http://schemas.microsoft.com/office/drawing/2014/main" id="{18036E07-AEB9-406F-95B3-8EA0442BFF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6" name="Google Shape;146;p24">
            <a:extLst xmlns:a="http://schemas.openxmlformats.org/drawingml/2006/main">
              <a:ext uri="{FF2B5EF4-FFF2-40B4-BE49-F238E27FC236}">
                <a16:creationId xmlns:a16="http://schemas.microsoft.com/office/drawing/2014/main" id="{887AD5CB-5A5D-4401-929E-C694A854A1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7" name="Google Shape;147;p24">
            <a:extLst xmlns:a="http://schemas.openxmlformats.org/drawingml/2006/main">
              <a:ext uri="{FF2B5EF4-FFF2-40B4-BE49-F238E27FC236}">
                <a16:creationId xmlns:a16="http://schemas.microsoft.com/office/drawing/2014/main" id="{5B05DDDD-F752-4EA7-B41E-62DCDABA9B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matchingName="Compariso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B0163DE0-2731-4804-9016-41DC430EE3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EA73E023-0D77-4878-A09D-5BCACA3DB7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9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A9AB3DE5-B81B-450B-BD65-BC5E4A9469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9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2" name="Google Shape;152;p25">
            <a:extLst xmlns:a="http://schemas.openxmlformats.org/drawingml/2006/main">
              <a:ext uri="{FF2B5EF4-FFF2-40B4-BE49-F238E27FC236}">
                <a16:creationId xmlns:a16="http://schemas.microsoft.com/office/drawing/2014/main" id="{A78EEBE9-6000-4F72-831D-12777D77350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3" name="Google Shape;153;p25">
            <a:extLst xmlns:a="http://schemas.openxmlformats.org/drawingml/2006/main">
              <a:ext uri="{FF2B5EF4-FFF2-40B4-BE49-F238E27FC236}">
                <a16:creationId xmlns:a16="http://schemas.microsoft.com/office/drawing/2014/main" id="{3F3F59ED-A382-4B5E-835E-6EEE40CF752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4" name="Google Shape;154;p25">
            <a:extLst xmlns:a="http://schemas.openxmlformats.org/drawingml/2006/main">
              <a:ext uri="{FF2B5EF4-FFF2-40B4-BE49-F238E27FC236}">
                <a16:creationId xmlns:a16="http://schemas.microsoft.com/office/drawing/2014/main" id="{9B5216FF-C0B1-47B5-B6A8-4C4F0D166B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5" name="Google Shape;155;p25">
            <a:extLst xmlns:a="http://schemas.openxmlformats.org/drawingml/2006/main">
              <a:ext uri="{FF2B5EF4-FFF2-40B4-BE49-F238E27FC236}">
                <a16:creationId xmlns:a16="http://schemas.microsoft.com/office/drawing/2014/main" id="{888567BB-000A-4C13-87A7-BA72B851A6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6" name="Google Shape;156;p25">
            <a:extLst xmlns:a="http://schemas.openxmlformats.org/drawingml/2006/main">
              <a:ext uri="{FF2B5EF4-FFF2-40B4-BE49-F238E27FC236}">
                <a16:creationId xmlns:a16="http://schemas.microsoft.com/office/drawing/2014/main" id="{210BD380-4598-4078-A351-3BC8D7AC8F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matchingName="Title Only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17237156-E289-4D6E-BB79-AFE4F473F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6C998FA5-B629-45A0-B47D-E1513ECA81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0" name="Google Shape;160;p26">
            <a:extLst xmlns:a="http://schemas.openxmlformats.org/drawingml/2006/main">
              <a:ext uri="{FF2B5EF4-FFF2-40B4-BE49-F238E27FC236}">
                <a16:creationId xmlns:a16="http://schemas.microsoft.com/office/drawing/2014/main" id="{595BFD19-0773-4D6B-A5D8-2FFD76B42B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1" name="Google Shape;161;p26">
            <a:extLst xmlns:a="http://schemas.openxmlformats.org/drawingml/2006/main">
              <a:ext uri="{FF2B5EF4-FFF2-40B4-BE49-F238E27FC236}">
                <a16:creationId xmlns:a16="http://schemas.microsoft.com/office/drawing/2014/main" id="{565EFDB0-E936-4145-B034-342BAEDA2A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matchingName="Content with Captio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Google Shape;163;p27">
            <a:extLst xmlns:a="http://schemas.openxmlformats.org/drawingml/2006/main">
              <a:ext uri="{FF2B5EF4-FFF2-40B4-BE49-F238E27FC236}">
                <a16:creationId xmlns:a16="http://schemas.microsoft.com/office/drawing/2014/main" id="{C86498F3-C169-4A74-8A14-3D2563F80D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ato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64" name="Google Shape;164;p27">
            <a:extLst xmlns:a="http://schemas.openxmlformats.org/drawingml/2006/main">
              <a:ext uri="{FF2B5EF4-FFF2-40B4-BE49-F238E27FC236}">
                <a16:creationId xmlns:a16="http://schemas.microsoft.com/office/drawing/2014/main" id="{D7977B0D-7C29-4199-9763-B620F034DA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5" name="Google Shape;165;p27">
            <a:extLst xmlns:a="http://schemas.openxmlformats.org/drawingml/2006/main">
              <a:ext uri="{FF2B5EF4-FFF2-40B4-BE49-F238E27FC236}">
                <a16:creationId xmlns:a16="http://schemas.microsoft.com/office/drawing/2014/main" id="{F10F3DE8-4E2B-4CA9-8103-05B4D6025A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100" cy="38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6" name="Google Shape;166;p27">
            <a:extLst xmlns:a="http://schemas.openxmlformats.org/drawingml/2006/main">
              <a:ext uri="{FF2B5EF4-FFF2-40B4-BE49-F238E27FC236}">
                <a16:creationId xmlns:a16="http://schemas.microsoft.com/office/drawing/2014/main" id="{92B66F0A-D21F-4EA2-A4A9-E2A991D639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7" name="Google Shape;167;p27">
            <a:extLst xmlns:a="http://schemas.openxmlformats.org/drawingml/2006/main">
              <a:ext uri="{FF2B5EF4-FFF2-40B4-BE49-F238E27FC236}">
                <a16:creationId xmlns:a16="http://schemas.microsoft.com/office/drawing/2014/main" id="{AF916E2D-D276-4C31-8062-719FA6F3BD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8" name="Google Shape;168;p27">
            <a:extLst xmlns:a="http://schemas.openxmlformats.org/drawingml/2006/main">
              <a:ext uri="{FF2B5EF4-FFF2-40B4-BE49-F238E27FC236}">
                <a16:creationId xmlns:a16="http://schemas.microsoft.com/office/drawing/2014/main" id="{82FB7459-2188-4428-A558-7A692F6837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matchingName="Title and Vertical Text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Google Shape;170;p28">
            <a:extLst xmlns:a="http://schemas.openxmlformats.org/drawingml/2006/main">
              <a:ext uri="{FF2B5EF4-FFF2-40B4-BE49-F238E27FC236}">
                <a16:creationId xmlns:a16="http://schemas.microsoft.com/office/drawing/2014/main" id="{18CDD3B8-D52C-45E6-AC35-198899B59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1" name="Google Shape;171;p28">
            <a:extLst xmlns:a="http://schemas.openxmlformats.org/drawingml/2006/main">
              <a:ext uri="{FF2B5EF4-FFF2-40B4-BE49-F238E27FC236}">
                <a16:creationId xmlns:a16="http://schemas.microsoft.com/office/drawing/2014/main" id="{957F6610-19B4-47EE-8AA6-3887E2C304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400" y="-1256575"/>
            <a:ext cx="4351200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7C009DE0-D79C-453D-9745-4987577896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3" name="Google Shape;173;p28">
            <a:extLst xmlns:a="http://schemas.openxmlformats.org/drawingml/2006/main">
              <a:ext uri="{FF2B5EF4-FFF2-40B4-BE49-F238E27FC236}">
                <a16:creationId xmlns:a16="http://schemas.microsoft.com/office/drawing/2014/main" id="{D74E4F42-8D42-44EE-9EB4-9604282B83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4" name="Google Shape;174;p28">
            <a:extLst xmlns:a="http://schemas.openxmlformats.org/drawingml/2006/main">
              <a:ext uri="{FF2B5EF4-FFF2-40B4-BE49-F238E27FC236}">
                <a16:creationId xmlns:a16="http://schemas.microsoft.com/office/drawing/2014/main" id="{0427B89F-9EE2-473E-BD1B-268A3128C1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matchingName="Vertical Title and Text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Google Shape;176;p29">
            <a:extLst xmlns:a="http://schemas.openxmlformats.org/drawingml/2006/main">
              <a:ext uri="{FF2B5EF4-FFF2-40B4-BE49-F238E27FC236}">
                <a16:creationId xmlns:a16="http://schemas.microsoft.com/office/drawing/2014/main" id="{DA0DA2E3-AC1B-4F27-B76F-8DD76C462F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00" y="1956625"/>
            <a:ext cx="58119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7" name="Google Shape;177;p29">
            <a:extLst xmlns:a="http://schemas.openxmlformats.org/drawingml/2006/main">
              <a:ext uri="{FF2B5EF4-FFF2-40B4-BE49-F238E27FC236}">
                <a16:creationId xmlns:a16="http://schemas.microsoft.com/office/drawing/2014/main" id="{576DCD83-FED1-42E6-B034-3814457F1F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00" y="-596075"/>
            <a:ext cx="5811900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8" name="Google Shape;178;p29">
            <a:extLst xmlns:a="http://schemas.openxmlformats.org/drawingml/2006/main">
              <a:ext uri="{FF2B5EF4-FFF2-40B4-BE49-F238E27FC236}">
                <a16:creationId xmlns:a16="http://schemas.microsoft.com/office/drawing/2014/main" id="{2D9E0BCC-1DCE-4701-A374-1E37DC02A3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9" name="Google Shape;179;p29">
            <a:extLst xmlns:a="http://schemas.openxmlformats.org/drawingml/2006/main">
              <a:ext uri="{FF2B5EF4-FFF2-40B4-BE49-F238E27FC236}">
                <a16:creationId xmlns:a16="http://schemas.microsoft.com/office/drawing/2014/main" id="{9EDE0C8D-CB43-4C76-9C33-96CB78000B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80" name="Google Shape;180;p29">
            <a:extLst xmlns:a="http://schemas.openxmlformats.org/drawingml/2006/main">
              <a:ext uri="{FF2B5EF4-FFF2-40B4-BE49-F238E27FC236}">
                <a16:creationId xmlns:a16="http://schemas.microsoft.com/office/drawing/2014/main" id="{61580EEE-019F-4C46-B820-897793C3A6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9f68c64cf14ed8" /><Relationship Type="http://schemas.openxmlformats.org/officeDocument/2006/relationships/slideLayout" Target="/ppt/slideLayouts/slideLayout1.xml" Id="R9ececad3beee4741" /><Relationship Type="http://schemas.openxmlformats.org/officeDocument/2006/relationships/slideLayout" Target="/ppt/slideLayouts/slideLayout2.xml" Id="R1b27cad0b94a4b73" /><Relationship Type="http://schemas.openxmlformats.org/officeDocument/2006/relationships/slideLayout" Target="/ppt/slideLayouts/slideLayout3.xml" Id="R88816f192228417e" /><Relationship Type="http://schemas.openxmlformats.org/officeDocument/2006/relationships/slideLayout" Target="/ppt/slideLayouts/slideLayout4.xml" Id="R01aa7b2271a9452a" /><Relationship Type="http://schemas.openxmlformats.org/officeDocument/2006/relationships/slideLayout" Target="/ppt/slideLayouts/slideLayout5.xml" Id="R244abdfcfa9849da" /><Relationship Type="http://schemas.openxmlformats.org/officeDocument/2006/relationships/slideLayout" Target="/ppt/slideLayouts/slideLayout6.xml" Id="R8b235ed2221c474e" /><Relationship Type="http://schemas.openxmlformats.org/officeDocument/2006/relationships/slideLayout" Target="/ppt/slideLayouts/slideLayout7.xml" Id="Ree95ef52de1243f3" /><Relationship Type="http://schemas.openxmlformats.org/officeDocument/2006/relationships/slideLayout" Target="/ppt/slideLayouts/slideLayout8.xml" Id="Rec4707c9484f4ea5" /><Relationship Type="http://schemas.openxmlformats.org/officeDocument/2006/relationships/slideLayout" Target="/ppt/slideLayouts/slideLayout9.xml" Id="R176848ee0e9a4d88" /><Relationship Type="http://schemas.openxmlformats.org/officeDocument/2006/relationships/slideLayout" Target="/ppt/slideLayouts/slideLayout10.xml" Id="Rb0d753ce2db14b42" /><Relationship Type="http://schemas.openxmlformats.org/officeDocument/2006/relationships/slideLayout" Target="/ppt/slideLayouts/slideLayout11.xml" Id="R629c272c7ded4d18" /><Relationship Type="http://schemas.openxmlformats.org/officeDocument/2006/relationships/slideLayout" Target="/ppt/slideLayouts/slideLayout12.xml" Id="Rb4cdbdd886cb486f" /><Relationship Type="http://schemas.openxmlformats.org/officeDocument/2006/relationships/slideLayout" Target="/ppt/slideLayouts/slideLayout13.xml" Id="Rf66d8f329b3a4a0e" /><Relationship Type="http://schemas.openxmlformats.org/officeDocument/2006/relationships/slideLayout" Target="/ppt/slideLayouts/slideLayout14.xml" Id="R8a856b448d994bf2" /><Relationship Type="http://schemas.openxmlformats.org/officeDocument/2006/relationships/slideLayout" Target="/ppt/slideLayouts/slideLayout15.xml" Id="Rb7c84c05bd184dac" /><Relationship Type="http://schemas.openxmlformats.org/officeDocument/2006/relationships/slideLayout" Target="/ppt/slideLayouts/slideLayout16.xml" Id="Rfc6c565235ac4fe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c509c67960164a1b" /><Relationship Type="http://schemas.openxmlformats.org/officeDocument/2006/relationships/theme" Target="/ppt/slideMasters/theme/theme3.xml" Id="R554327cd29da4339" /><Relationship Type="http://schemas.openxmlformats.org/officeDocument/2006/relationships/slideLayout" Target="/ppt/slideLayouts/slideLayout17.xml" Id="R7c32f6ad526c4ec2" /><Relationship Type="http://schemas.openxmlformats.org/officeDocument/2006/relationships/slideLayout" Target="/ppt/slideLayouts/slideLayout18.xml" Id="Rf7cb0dba98ef4a3f" /><Relationship Type="http://schemas.openxmlformats.org/officeDocument/2006/relationships/slideLayout" Target="/ppt/slideLayouts/slideLayout19.xml" Id="Ra38b4a3cdd534676" /><Relationship Type="http://schemas.openxmlformats.org/officeDocument/2006/relationships/slideLayout" Target="/ppt/slideLayouts/slideLayout20.xml" Id="R31db1909ea7c44dd" /><Relationship Type="http://schemas.openxmlformats.org/officeDocument/2006/relationships/slideLayout" Target="/ppt/slideLayouts/slideLayout21.xml" Id="Rb49e8184d1864dc5" /><Relationship Type="http://schemas.openxmlformats.org/officeDocument/2006/relationships/slideLayout" Target="/ppt/slideLayouts/slideLayout22.xml" Id="R8f065369ccee4939" /><Relationship Type="http://schemas.openxmlformats.org/officeDocument/2006/relationships/slideLayout" Target="/ppt/slideLayouts/slideLayout23.xml" Id="R5f1a68bd46f54af9" /><Relationship Type="http://schemas.openxmlformats.org/officeDocument/2006/relationships/slideLayout" Target="/ppt/slideLayouts/slideLayout24.xml" Id="R05771ce674a24a95" /><Relationship Type="http://schemas.openxmlformats.org/officeDocument/2006/relationships/slideLayout" Target="/ppt/slideLayouts/slideLayout25.xml" Id="Rab2e2525c05047d7" /><Relationship Type="http://schemas.openxmlformats.org/officeDocument/2006/relationships/slideLayout" Target="/ppt/slideLayouts/slideLayout26.xml" Id="R7c0f083497e44ff6" /><Relationship Type="http://schemas.openxmlformats.org/officeDocument/2006/relationships/slideLayout" Target="/ppt/slideLayouts/slideLayout27.xml" Id="R1dfd76a258454bad" /><Relationship Type="http://schemas.openxmlformats.org/officeDocument/2006/relationships/slideLayout" Target="/ppt/slideLayouts/slideLayout28.xml" Id="R81d8ecf66c6d41e5" /><Relationship Type="http://schemas.openxmlformats.org/officeDocument/2006/relationships/slideLayout" Target="/ppt/slideLayouts/slideLayout29.xml" Id="Rdd84396691784f18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9EC5AEF3-146E-4474-BD9F-C506FE841B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5400"/>
              <a:buFont typeface="Lato Black"/>
              <a:buNone/>
              <a:defRPr sz="5400" b="0" i="0" u="none" cap="none">
                <a:solidFill>
                  <a:srgbClr val="07083C"/>
                </a:solidFill>
                <a:latin typeface="Lato Black"/>
                <a:ea typeface="Lato Black"/>
                <a:cs typeface="Lato Black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5C224F27-C0BD-48B7-BCF5-1E9C7754FA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7" y="2107250"/>
            <a:ext cx="10969200" cy="35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L="2286000" marR="0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84EEE00A-7FF9-4A8B-A64D-B723F419F5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C7C7C4D6-0D56-4CC4-9689-6F0E3BF32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cap="none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cecad3beee4741"/>
    <p:sldLayoutId xmlns:r="http://schemas.openxmlformats.org/officeDocument/2006/relationships" id="2147483650" r:id="R1b27cad0b94a4b73"/>
    <p:sldLayoutId xmlns:r="http://schemas.openxmlformats.org/officeDocument/2006/relationships" id="2147483651" r:id="R88816f192228417e"/>
    <p:sldLayoutId xmlns:r="http://schemas.openxmlformats.org/officeDocument/2006/relationships" id="2147483652" r:id="R01aa7b2271a9452a"/>
    <p:sldLayoutId xmlns:r="http://schemas.openxmlformats.org/officeDocument/2006/relationships" id="2147483653" r:id="R244abdfcfa9849da"/>
    <p:sldLayoutId xmlns:r="http://schemas.openxmlformats.org/officeDocument/2006/relationships" id="2147483654" r:id="R8b235ed2221c474e"/>
    <p:sldLayoutId xmlns:r="http://schemas.openxmlformats.org/officeDocument/2006/relationships" id="2147483655" r:id="Ree95ef52de1243f3"/>
    <p:sldLayoutId xmlns:r="http://schemas.openxmlformats.org/officeDocument/2006/relationships" id="2147483656" r:id="Rec4707c9484f4ea5"/>
    <p:sldLayoutId xmlns:r="http://schemas.openxmlformats.org/officeDocument/2006/relationships" id="2147483657" r:id="R176848ee0e9a4d88"/>
    <p:sldLayoutId xmlns:r="http://schemas.openxmlformats.org/officeDocument/2006/relationships" id="2147483658" r:id="Rb0d753ce2db14b42"/>
    <p:sldLayoutId xmlns:r="http://schemas.openxmlformats.org/officeDocument/2006/relationships" id="2147483659" r:id="R629c272c7ded4d18"/>
    <p:sldLayoutId xmlns:r="http://schemas.openxmlformats.org/officeDocument/2006/relationships" id="2147483660" r:id="Rb4cdbdd886cb486f"/>
    <p:sldLayoutId xmlns:r="http://schemas.openxmlformats.org/officeDocument/2006/relationships" id="2147483661" r:id="Rf66d8f329b3a4a0e"/>
    <p:sldLayoutId xmlns:r="http://schemas.openxmlformats.org/officeDocument/2006/relationships" id="2147483662" r:id="R8a856b448d994bf2"/>
    <p:sldLayoutId xmlns:r="http://schemas.openxmlformats.org/officeDocument/2006/relationships" id="2147483663" r:id="Rb7c84c05bd184dac"/>
    <p:sldLayoutId xmlns:r="http://schemas.openxmlformats.org/officeDocument/2006/relationships" id="2147483664" r:id="Rfc6c565235ac4fe8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xmlns:a="http://schemas.openxmlformats.org/drawingml/2006/main" val="A4A3A4"/>
          </p15:clr>
        </p15:guide>
        <p15:guide id="2" pos="3840">
          <p15:clr>
            <a:srgbClr xmlns:a="http://schemas.openxmlformats.org/drawingml/2006/main" val="A4A3A4"/>
          </p15:clr>
        </p15:guide>
        <p15:guide id="3" pos="240">
          <p15:clr>
            <a:srgbClr xmlns:a="http://schemas.openxmlformats.org/drawingml/2006/main" val="547EBF"/>
          </p15:clr>
        </p15:guide>
        <p15:guide id="4" orient="horz" pos="240">
          <p15:clr>
            <a:srgbClr xmlns:a="http://schemas.openxmlformats.org/drawingml/2006/main" val="547EBF"/>
          </p15:clr>
        </p15:guide>
        <p15:guide id="5" pos="7440">
          <p15:clr>
            <a:srgbClr xmlns:a="http://schemas.openxmlformats.org/drawingml/2006/main" val="547EBF"/>
          </p15:clr>
        </p15:guide>
        <p15:guide id="6" orient="horz" pos="4080">
          <p15:clr>
            <a:srgbClr xmlns:a="http://schemas.openxmlformats.org/drawingml/2006/main" val="547EBF"/>
          </p15:clr>
        </p15:guide>
        <p15:guide id="7" pos="3960">
          <p15:clr>
            <a:srgbClr xmlns:a="http://schemas.openxmlformats.org/drawingml/2006/main" val="547EBF"/>
          </p15:clr>
        </p15:guide>
        <p15:guide id="8" pos="3720">
          <p15:clr>
            <a:srgbClr xmlns:a="http://schemas.openxmlformats.org/drawingml/2006/main" val="547EBF"/>
          </p15:clr>
        </p15:guide>
        <p15:guide id="9" pos="2112">
          <p15:clr>
            <a:srgbClr xmlns:a="http://schemas.openxmlformats.org/drawingml/2006/main" val="547EBF"/>
          </p15:clr>
        </p15:guide>
        <p15:guide id="10" pos="1848">
          <p15:clr>
            <a:srgbClr xmlns:a="http://schemas.openxmlformats.org/drawingml/2006/main" val="547EBF"/>
          </p15:clr>
        </p15:guide>
        <p15:guide id="11" pos="5568">
          <p15:clr>
            <a:srgbClr xmlns:a="http://schemas.openxmlformats.org/drawingml/2006/main" val="547EBF"/>
          </p15:clr>
        </p15:guide>
        <p15:guide id="12" pos="5832">
          <p15:clr>
            <a:srgbClr xmlns:a="http://schemas.openxmlformats.org/drawingml/2006/main" val="547EBF"/>
          </p15:clr>
        </p15:guide>
        <p15:guide id="13" pos="4968">
          <p15:clr>
            <a:srgbClr xmlns:a="http://schemas.openxmlformats.org/drawingml/2006/main" val="9FCC3B"/>
          </p15:clr>
        </p15:guide>
        <p15:guide id="14" pos="5208">
          <p15:clr>
            <a:srgbClr xmlns:a="http://schemas.openxmlformats.org/drawingml/2006/main" val="9FCC3B"/>
          </p15:clr>
        </p15:guide>
        <p15:guide id="15" pos="2712">
          <p15:clr>
            <a:srgbClr xmlns:a="http://schemas.openxmlformats.org/drawingml/2006/main" val="9FCC3B"/>
          </p15:clr>
        </p15:guide>
        <p15:guide id="16" pos="2472">
          <p15:clr>
            <a:srgbClr xmlns:a="http://schemas.openxmlformats.org/drawingml/2006/main" val="9FCC3B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16">
            <a:extLst xmlns:a="http://schemas.openxmlformats.org/drawingml/2006/main">
              <a:ext uri="{FF2B5EF4-FFF2-40B4-BE49-F238E27FC236}">
                <a16:creationId xmlns:a16="http://schemas.microsoft.com/office/drawing/2014/main" id="{8B954CDD-8DB1-445C-B12E-A861831D03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ato"/>
              <a:buNone/>
              <a:defRPr sz="4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1" name="Google Shape;111;p16">
            <a:extLst xmlns:a="http://schemas.openxmlformats.org/drawingml/2006/main">
              <a:ext uri="{FF2B5EF4-FFF2-40B4-BE49-F238E27FC236}">
                <a16:creationId xmlns:a16="http://schemas.microsoft.com/office/drawing/2014/main" id="{5A15C7F4-DB49-403C-8A91-C8427BE09B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2" name="Google Shape;112;p16">
            <a:extLst xmlns:a="http://schemas.openxmlformats.org/drawingml/2006/main">
              <a:ext uri="{FF2B5EF4-FFF2-40B4-BE49-F238E27FC236}">
                <a16:creationId xmlns:a16="http://schemas.microsoft.com/office/drawing/2014/main" id="{0A43D64C-3A01-4DF1-BD89-00935A68EF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3" name="Google Shape;113;p16">
            <a:extLst xmlns:a="http://schemas.openxmlformats.org/drawingml/2006/main">
              <a:ext uri="{FF2B5EF4-FFF2-40B4-BE49-F238E27FC236}">
                <a16:creationId xmlns:a16="http://schemas.microsoft.com/office/drawing/2014/main" id="{0CBBCAA4-6C09-47F2-AC00-B39A01C17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4" name="Google Shape;114;p16">
            <a:extLst xmlns:a="http://schemas.openxmlformats.org/drawingml/2006/main">
              <a:ext uri="{FF2B5EF4-FFF2-40B4-BE49-F238E27FC236}">
                <a16:creationId xmlns:a16="http://schemas.microsoft.com/office/drawing/2014/main" id="{E43720DE-F362-48F8-8492-8468D562B0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15" name="Google Shape;115;p16">
            <a:extLst xmlns:a="http://schemas.openxmlformats.org/drawingml/2006/main">
              <a:ext uri="{FF2B5EF4-FFF2-40B4-BE49-F238E27FC236}">
                <a16:creationId xmlns:a16="http://schemas.microsoft.com/office/drawing/2014/main" id="{85C8A072-4906-4503-8B5F-F1A4AB04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accent1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23" name="Google Shape;116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509c67960164a1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4222" y="6131169"/>
            <a:ext cx="1272308" cy="4734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6" r:id="R7c32f6ad526c4ec2"/>
    <p:sldLayoutId xmlns:r="http://schemas.openxmlformats.org/officeDocument/2006/relationships" id="2147483667" r:id="Rf7cb0dba98ef4a3f"/>
    <p:sldLayoutId xmlns:r="http://schemas.openxmlformats.org/officeDocument/2006/relationships" id="2147483668" r:id="Ra38b4a3cdd534676"/>
    <p:sldLayoutId xmlns:r="http://schemas.openxmlformats.org/officeDocument/2006/relationships" id="2147483669" r:id="R31db1909ea7c44dd"/>
    <p:sldLayoutId xmlns:r="http://schemas.openxmlformats.org/officeDocument/2006/relationships" id="2147483670" r:id="Rb49e8184d1864dc5"/>
    <p:sldLayoutId xmlns:r="http://schemas.openxmlformats.org/officeDocument/2006/relationships" id="2147483671" r:id="R8f065369ccee4939"/>
    <p:sldLayoutId xmlns:r="http://schemas.openxmlformats.org/officeDocument/2006/relationships" id="2147483672" r:id="R5f1a68bd46f54af9"/>
    <p:sldLayoutId xmlns:r="http://schemas.openxmlformats.org/officeDocument/2006/relationships" id="2147483673" r:id="R05771ce674a24a95"/>
    <p:sldLayoutId xmlns:r="http://schemas.openxmlformats.org/officeDocument/2006/relationships" id="2147483674" r:id="Rab2e2525c05047d7"/>
    <p:sldLayoutId xmlns:r="http://schemas.openxmlformats.org/officeDocument/2006/relationships" id="2147483675" r:id="R7c0f083497e44ff6"/>
    <p:sldLayoutId xmlns:r="http://schemas.openxmlformats.org/officeDocument/2006/relationships" id="2147483676" r:id="R1dfd76a258454bad"/>
    <p:sldLayoutId xmlns:r="http://schemas.openxmlformats.org/officeDocument/2006/relationships" id="2147483677" r:id="R81d8ecf66c6d41e5"/>
    <p:sldLayoutId xmlns:r="http://schemas.openxmlformats.org/officeDocument/2006/relationships" id="2147483678" r:id="Rdd84396691784f18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UXL Foundation Theme">
  <a:themeElements>
    <a:clrScheme name="ChatGPT">
      <a:dk1>
        <a:srgbClr val="000000"/>
      </a:dk1>
      <a:lt1>
        <a:srgbClr val="FFFFFF"/>
      </a:lt1>
      <a:dk2>
        <a:srgbClr val="888C9B"/>
      </a:dk2>
      <a:lt2>
        <a:srgbClr val="F3F3F3"/>
      </a:lt2>
      <a:accent1>
        <a:srgbClr val="4308E5"/>
      </a:accent1>
      <a:accent2>
        <a:srgbClr val="FF5050"/>
      </a:accent2>
      <a:accent3>
        <a:srgbClr val="00FFFF"/>
      </a:accent3>
      <a:accent4>
        <a:srgbClr val="220473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f038e28d341d4281" /><Relationship Type="http://schemas.openxmlformats.org/officeDocument/2006/relationships/notesSlide" Target="/ppt/notesSlides/notesSlide1.xml" Id="R289526c8b9c143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840a4538f33740c3" /><Relationship Type="http://schemas.openxmlformats.org/officeDocument/2006/relationships/notesSlide" Target="/ppt/notesSlides/notesSlide2.xml" Id="R15cc8fbb122e4d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5032926ac29d4530" /><Relationship Type="http://schemas.openxmlformats.org/officeDocument/2006/relationships/notesSlide" Target="/ppt/notesSlides/notesSlide3.xml" Id="R2b94fa4468f84f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6d057a72266f471b" /><Relationship Type="http://schemas.openxmlformats.org/officeDocument/2006/relationships/notesSlide" Target="/ppt/notesSlides/notesSlide4.xml" Id="R7688c6321b1b41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9ce076d8a7c1434d" /><Relationship Type="http://schemas.openxmlformats.org/officeDocument/2006/relationships/notesSlide" Target="/ppt/notesSlides/notesSlide5.xml" Id="Rb3a2b3eb780b47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6c38a3f8f99d47b9" /><Relationship Type="http://schemas.openxmlformats.org/officeDocument/2006/relationships/notesSlide" Target="/ppt/notesSlides/notesSlide6.xml" Id="Rd36dc54e3b6549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d0f2a7a681f6484f" /><Relationship Type="http://schemas.openxmlformats.org/officeDocument/2006/relationships/notesSlide" Target="/ppt/notesSlides/notesSlide7.xml" Id="R7b6e2019135a49a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619250"/>
            <a:ext cx="10515600" cy="1762125"/>
          </a:xfrm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2"/>
              </a:spcAft>
              <a:buNone/>
              <a:defRPr>
                <a:solidFill>
                  <a:srgbClr val="6F1BBA"/>
                </a:solidFill>
              </a:defRPr>
            </a:pPr>
            <a:r>
              <a:rPr sz="1350" b="1">
                <a:solidFill>
                  <a:srgbClr val="6F1BBA"/>
                </a:solidFill>
              </a:rPr>
              <a:t>UXL SKILLS EVALUATOR</a:t>
            </a:r>
          </a:p>
          <a:p xmlns:a="http://schemas.openxmlformats.org/drawingml/2006/main">
            <a:pPr algn="l">
              <a:buNone/>
              <a:defRPr>
                <a:solidFill>
                  <a:srgbClr val="6F1BBA"/>
                </a:solidFill>
              </a:defRPr>
            </a:pPr>
            <a:r>
              <a:rPr sz="4350">
                <a:solidFill>
                  <a:srgbClr val="6F1BBA"/>
                </a:solidFill>
              </a:rPr>
              <a:t>oneDPL Skills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714750"/>
            <a:ext cx="9906000" cy="1285875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6"/>
              </a:spcAft>
              <a:buNone/>
              <a:defRPr>
                <a:solidFill>
                  <a:srgbClr val="07083C"/>
                </a:solidFill>
              </a:defRPr>
            </a:pPr>
            <a:r>
              <a:rPr sz="2175">
                <a:solidFill>
                  <a:srgbClr val="07083C"/>
                </a:solidFill>
              </a:rPr>
              <a:t>Execution policies, data, iterators, synchronization, and ordering</a:t>
            </a:r>
          </a:p>
          <a:p xmlns:a="http://schemas.openxmlformats.org/drawingml/2006/main">
            <a:pPr algn="l">
              <a:buNone/>
              <a:defRPr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Maintainer briefing · 4 of 6 evaluation tasks implemented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Why this is useful to oneDPL at first glance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Choose host versus device on purpose</a:t>
            </a:r>
            <a:r>
              <a:rPr sz="1913">
                <a:solidFill>
                  <a:srgbClr val="000000"/>
                </a:solidFill>
              </a:rPr>
              <a:t> — Execution policy follows data location, queue ownership, and workload — not an assumption that GPU is always faster.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Preserve the standard algorithm contract</a:t>
            </a:r>
            <a:r>
              <a:rPr sz="1913">
                <a:solidFill>
                  <a:srgbClr val="000000"/>
                </a:solidFill>
              </a:rPr>
              <a:t> — Stability, ordering, iterator requirements, and exception expectations stay visible.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Catch asynchronous lifetime bugs</a:t>
            </a:r>
            <a:r>
              <a:rPr sz="1913">
                <a:solidFill>
                  <a:srgbClr val="000000"/>
                </a:solidFill>
              </a:rPr>
              <a:t> — Agents must synchronize before host reads and keep USM/buffer ownership valid.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Make portability claims honest</a:t>
            </a:r>
            <a:r>
              <a:rPr sz="1913">
                <a:solidFill>
                  <a:srgbClr val="000000"/>
                </a:solidFill>
              </a:rPr>
              <a:t> — Algorithm/device/backend support is checked against current project sources.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the skill tells an agent today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Start from a serial reference</a:t>
            </a:r>
            <a:r>
              <a:rPr sz="1913">
                <a:solidFill>
                  <a:srgbClr val="000000"/>
                </a:solidFill>
              </a:rPr>
              <a:t> — Preserve std behavior before changing policy or data placement.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Describe data and iterators</a:t>
            </a:r>
            <a:r>
              <a:rPr sz="1913">
                <a:solidFill>
                  <a:srgbClr val="000000"/>
                </a:solidFill>
              </a:rPr>
              <a:t> — Host memory, USM, buffers, wrapper types, iterator category, lifetime, and ordering.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Use caller-owned queues</a:t>
            </a:r>
            <a:r>
              <a:rPr sz="1913">
                <a:solidFill>
                  <a:srgbClr val="000000"/>
                </a:solidFill>
              </a:rPr>
              <a:t> — Construct device policies from the application’s queue when selection and dependencies already exist.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Synchronize explicitly</a:t>
            </a:r>
            <a:r>
              <a:rPr sz="1913">
                <a:solidFill>
                  <a:srgbClr val="000000"/>
                </a:solidFill>
              </a:rPr>
              <a:t> — Device completion must be proven before results are consumed on the host.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Benchmark end to end</a:t>
            </a:r>
            <a:r>
              <a:rPr sz="1913">
                <a:solidFill>
                  <a:srgbClr val="000000"/>
                </a:solidFill>
              </a:rPr>
              <a:t> — Include transfers, queue synchronization, launch cost, and representative ranges.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Evaluation inventory: 4 implemented, 2 device gaps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Implemented</a:t>
            </a:r>
            <a:r>
              <a:rPr sz="1913">
                <a:solidFill>
                  <a:srgbClr val="000000"/>
                </a:solidFill>
              </a:rPr>
              <a:t> — Missing device synchronization; iterator-category failure; stable-ordering contract; move-only numeric accumulator.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Incident evidence</a:t>
            </a:r>
            <a:r>
              <a:rPr sz="1913">
                <a:solidFill>
                  <a:srgbClr val="000000"/>
                </a:solidFill>
              </a:rPr>
              <a:t> — Iterator-category and move-only-accumulator tasks are grounded in maintainer incidents.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Planned</a:t>
            </a:r>
            <a:r>
              <a:rPr sz="1913">
                <a:solidFill>
                  <a:srgbClr val="000000"/>
                </a:solidFill>
              </a:rPr>
              <a:t> — Host-or-device sort choice and transfer-inclusive benchmark on declared target hardware.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What this proves</a:t>
            </a:r>
            <a:r>
              <a:rPr sz="1913">
                <a:solidFill>
                  <a:srgbClr val="000000"/>
                </a:solidFill>
              </a:rPr>
              <a:t> — Current tasks check contracts and repair behavior; they do not mirror the full algorithm support table.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How we chose the content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Official sources</a:t>
            </a:r>
            <a:r>
              <a:rPr sz="1913">
                <a:solidFill>
                  <a:srgbClr val="000000"/>
                </a:solidFill>
              </a:rPr>
              <a:t> — Execution-policy docs, device-policy construction, examples, tests, releases, and known issues.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Standard-library boundary failures</a:t>
            </a:r>
            <a:r>
              <a:rPr sz="1913">
                <a:solidFill>
                  <a:srgbClr val="000000"/>
                </a:solidFill>
              </a:rPr>
              <a:t> — Iterator categories, stable ordering, move-only types, and device lambda restrictions.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SYCL execution failures</a:t>
            </a:r>
            <a:r>
              <a:rPr sz="1913">
                <a:solidFill>
                  <a:srgbClr val="000000"/>
                </a:solidFill>
              </a:rPr>
              <a:t> — Queue ownership, synchronization, lifetime, device selection, and data movement.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Deliberate gaps</a:t>
            </a:r>
            <a:r>
              <a:rPr sz="1913">
                <a:solidFill>
                  <a:srgbClr val="000000"/>
                </a:solidFill>
              </a:rPr>
              <a:t> — A real target lane is required before host/device or transfer-performance claims become evidence.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project ownership would look like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Review policy and algorithm guidance</a:t>
            </a:r>
            <a:r>
              <a:rPr sz="1913">
                <a:solidFill>
                  <a:srgbClr val="000000"/>
                </a:solidFill>
              </a:rPr>
              <a:t> — Especially supported policies, algorithm contracts, iterator restrictions, and queue construction.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Keep the boundary with SYCL clear</a:t>
            </a:r>
            <a:r>
              <a:rPr sz="1913">
                <a:solidFill>
                  <a:srgbClr val="000000"/>
                </a:solidFill>
              </a:rPr>
              <a:t> — Project guidance owns oneDPL behavior; shared SYCL skill owns general toolchain/runtime triage.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Provide real device scenarios</a:t>
            </a:r>
            <a:r>
              <a:rPr sz="1913">
                <a:solidFill>
                  <a:srgbClr val="000000"/>
                </a:solidFill>
              </a:rPr>
              <a:t> — Help choose the first host/device decision and transfer-inclusive task worth maintaining.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UXL keeps the machinery</a:t>
            </a:r>
            <a:r>
              <a:rPr sz="1913">
                <a:solidFill>
                  <a:srgbClr val="000000"/>
                </a:solidFill>
              </a:rPr>
              <a:t> — Common validators, Harbor, dashboards, and vendor-neutral runner contracts remain shared.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A focused 30-minute maintainer review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1. Confirm the trigger</a:t>
            </a:r>
            <a:r>
              <a:rPr sz="1913">
                <a:solidFill>
                  <a:srgbClr val="000000"/>
                </a:solidFill>
              </a:rPr>
              <a:t> — When should an agent use oneDPL guidance versus std, oneTBB, or direct SYCL?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2. Correct policy gotchas</a:t>
            </a:r>
            <a:r>
              <a:rPr sz="1913">
                <a:solidFill>
                  <a:srgbClr val="000000"/>
                </a:solidFill>
              </a:rPr>
              <a:t> — Add one unsupported combination or common lifetime/synchronization failure.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3. Judge the six tasks</a:t>
            </a:r>
            <a:r>
              <a:rPr sz="1913">
                <a:solidFill>
                  <a:srgbClr val="000000"/>
                </a:solidFill>
              </a:rPr>
              <a:t> — Keep, rewrite, or remove; prioritize one credible device case.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4. Name an owner</a:t>
            </a:r>
            <a:r>
              <a:rPr sz="1913">
                <a:solidFill>
                  <a:srgbClr val="000000"/>
                </a:solidFill>
              </a:rPr>
              <a:t> — A reviewer for release-time support changes and task authenticity.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Outcome</a:t>
            </a:r>
            <a:r>
              <a:rPr sz="1913">
                <a:solidFill>
                  <a:srgbClr val="000000"/>
                </a:solidFill>
              </a:rPr>
              <a:t> — Agents arrive with policy, data, iterator, queue, synchronization, and evidence contracts already stated.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theme/theme1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2026-08-28T18:49:09.2420000Z</dcterms:created>
  <dcterms:modified xsi:type="dcterms:W3CDTF">2026-08-28T18:49:09.2420000Z</dcterms:modified>
</coreProperties>
</file>