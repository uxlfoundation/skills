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f3b44a98df4b31" /><Relationship Type="http://schemas.openxmlformats.org/officeDocument/2006/relationships/extended-properties" Target="/docProps/app.xml" Id="R7aa4838fde7b488f" /><Relationship Type="http://schemas.openxmlformats.org/officeDocument/2006/relationships/officeDocument" Target="/ppt/presentation.xml" Id="R327fd3be41cf44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70e5bcac6745eb"/>
    <p:sldMasterId xmlns:r="http://schemas.openxmlformats.org/officeDocument/2006/relationships" id="2147483665" r:id="R796a6163dc6d486e"/>
  </p:sldMasterIdLst>
  <p:notesMasterIdLst>
    <p:notesMasterId xmlns:r="http://schemas.openxmlformats.org/officeDocument/2006/relationships" r:id="Re5d5a59b544b416c"/>
  </p:notesMasterIdLst>
  <p:sldIdLst>
    <p:sldId xmlns:r="http://schemas.openxmlformats.org/officeDocument/2006/relationships" id="256" r:id="R07bf8072e7bf4257"/>
    <p:sldId xmlns:r="http://schemas.openxmlformats.org/officeDocument/2006/relationships" id="257" r:id="R79016f7bd2cc4d83"/>
    <p:sldId xmlns:r="http://schemas.openxmlformats.org/officeDocument/2006/relationships" id="258" r:id="R4f27a15b4ec44fe9"/>
    <p:sldId xmlns:r="http://schemas.openxmlformats.org/officeDocument/2006/relationships" id="259" r:id="R0c291e34b2bd4a32"/>
    <p:sldId xmlns:r="http://schemas.openxmlformats.org/officeDocument/2006/relationships" id="260" r:id="Rb9af3472173e4636"/>
    <p:sldId xmlns:r="http://schemas.openxmlformats.org/officeDocument/2006/relationships" id="261" r:id="Rd397600354054e00"/>
    <p:sldId xmlns:r="http://schemas.openxmlformats.org/officeDocument/2006/relationships" id="262" r:id="R6a2d93b356e341bb"/>
    <p:sldId xmlns:r="http://schemas.openxmlformats.org/officeDocument/2006/relationships" id="263" r:id="Rff5da869234f49bb"/>
    <p:sldId xmlns:r="http://schemas.openxmlformats.org/officeDocument/2006/relationships" id="264" r:id="R6c005aae3b2c4832"/>
    <p:sldId xmlns:r="http://schemas.openxmlformats.org/officeDocument/2006/relationships" id="265" r:id="R13132ea923f044e1"/>
    <p:sldId xmlns:r="http://schemas.openxmlformats.org/officeDocument/2006/relationships" id="266" r:id="R624027d7579e4edc"/>
    <p:sldId xmlns:r="http://schemas.openxmlformats.org/officeDocument/2006/relationships" id="267" r:id="Rc6951f03aac64eb2"/>
    <p:sldId xmlns:r="http://schemas.openxmlformats.org/officeDocument/2006/relationships" id="268" r:id="Rb5d4ccc6b3464689"/>
    <p:sldId xmlns:r="http://schemas.openxmlformats.org/officeDocument/2006/relationships" id="269" r:id="Rf8b79682de9144e1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a53800f7f3434a" /><Relationship Type="http://schemas.openxmlformats.org/officeDocument/2006/relationships/slideMaster" Target="/ppt/slideMasters/slideMaster1.xml" Id="R5a70e5bcac6745eb" /><Relationship Type="http://schemas.openxmlformats.org/officeDocument/2006/relationships/slideMaster" Target="/ppt/slideMasters/slideMaster2.xml" Id="R796a6163dc6d486e" /><Relationship Type="http://schemas.openxmlformats.org/officeDocument/2006/relationships/notesMaster" Target="/ppt/notesMasters/notesMaster1.xml" Id="Re5d5a59b544b416c" /><Relationship Type="http://schemas.openxmlformats.org/officeDocument/2006/relationships/presProps" Target="/ppt/presProps.xml" Id="Rfb40d35ba82a4a90" /><Relationship Type="http://schemas.openxmlformats.org/officeDocument/2006/relationships/viewProps" Target="/ppt/viewProps.xml" Id="R1587f70703fe4725" /><Relationship Type="http://schemas.openxmlformats.org/officeDocument/2006/relationships/tableStyles" Target="/ppt/tableStyles.xml" Id="Rf1cdb60a104e4e31" /><Relationship Type="http://schemas.microsoft.com/office/2018/10/relationships/authors" Target="/ppt/authors.xml" Id="R4e789cb02e8647d9" /><Relationship Type="http://schemas.openxmlformats.org/officeDocument/2006/relationships/slide" Target="/ppt/slides/slide1.xml" Id="R07bf8072e7bf4257" /><Relationship Type="http://schemas.openxmlformats.org/officeDocument/2006/relationships/slide" Target="/ppt/slides/slide2.xml" Id="R79016f7bd2cc4d83" /><Relationship Type="http://schemas.openxmlformats.org/officeDocument/2006/relationships/slide" Target="/ppt/slides/slide3.xml" Id="R4f27a15b4ec44fe9" /><Relationship Type="http://schemas.openxmlformats.org/officeDocument/2006/relationships/slide" Target="/ppt/slides/slide4.xml" Id="R0c291e34b2bd4a32" /><Relationship Type="http://schemas.openxmlformats.org/officeDocument/2006/relationships/slide" Target="/ppt/slides/slide5.xml" Id="Rb9af3472173e4636" /><Relationship Type="http://schemas.openxmlformats.org/officeDocument/2006/relationships/slide" Target="/ppt/slides/slide6.xml" Id="Rd397600354054e00" /><Relationship Type="http://schemas.openxmlformats.org/officeDocument/2006/relationships/slide" Target="/ppt/slides/slide7.xml" Id="R6a2d93b356e341bb" /><Relationship Type="http://schemas.openxmlformats.org/officeDocument/2006/relationships/slide" Target="/ppt/slides/slide8.xml" Id="Rff5da869234f49bb" /><Relationship Type="http://schemas.openxmlformats.org/officeDocument/2006/relationships/slide" Target="/ppt/slides/slide9.xml" Id="R6c005aae3b2c4832" /><Relationship Type="http://schemas.openxmlformats.org/officeDocument/2006/relationships/slide" Target="/ppt/slides/slide10.xml" Id="R13132ea923f044e1" /><Relationship Type="http://schemas.openxmlformats.org/officeDocument/2006/relationships/slide" Target="/ppt/slides/slide11.xml" Id="R624027d7579e4edc" /><Relationship Type="http://schemas.openxmlformats.org/officeDocument/2006/relationships/slide" Target="/ppt/slides/slide12.xml" Id="Rc6951f03aac64eb2" /><Relationship Type="http://schemas.openxmlformats.org/officeDocument/2006/relationships/slide" Target="/ppt/slides/slide13.xml" Id="Rb5d4ccc6b3464689" /><Relationship Type="http://schemas.openxmlformats.org/officeDocument/2006/relationships/slide" Target="/ppt/slides/slide14.xml" Id="Rf8b79682de9144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c4be541dc7d4a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55395ff444377" /><Relationship Type="http://schemas.openxmlformats.org/officeDocument/2006/relationships/notesMaster" Target="/ppt/notesMasters/notesMaster1.xml" Id="Rb5be7e26446e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d3a31378a64429" /><Relationship Type="http://schemas.openxmlformats.org/officeDocument/2006/relationships/notesMaster" Target="/ppt/notesMasters/notesMaster1.xml" Id="R62bbca879da646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b83d8411304385" /><Relationship Type="http://schemas.openxmlformats.org/officeDocument/2006/relationships/notesMaster" Target="/ppt/notesMasters/notesMaster1.xml" Id="R4b88001f41dd45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7ad3cae9cc40af" /><Relationship Type="http://schemas.openxmlformats.org/officeDocument/2006/relationships/notesMaster" Target="/ppt/notesMasters/notesMaster1.xml" Id="R219c05b1530842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0f6c1ba45d4bbd" /><Relationship Type="http://schemas.openxmlformats.org/officeDocument/2006/relationships/notesMaster" Target="/ppt/notesMasters/notesMaster1.xml" Id="R9a397caef95748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f9dfc9feac4a20" /><Relationship Type="http://schemas.openxmlformats.org/officeDocument/2006/relationships/notesMaster" Target="/ppt/notesMasters/notesMaster1.xml" Id="Ra35821f247d3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4ee0b288df48b8" /><Relationship Type="http://schemas.openxmlformats.org/officeDocument/2006/relationships/notesMaster" Target="/ppt/notesMasters/notesMaster1.xml" Id="Ra14a43621d644b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8a08958ddc488d" /><Relationship Type="http://schemas.openxmlformats.org/officeDocument/2006/relationships/notesMaster" Target="/ppt/notesMasters/notesMaster1.xml" Id="Rcbabd4f8c6b049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43e5fc47e44e87" /><Relationship Type="http://schemas.openxmlformats.org/officeDocument/2006/relationships/notesMaster" Target="/ppt/notesMasters/notesMaster1.xml" Id="R42e91081a09748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3c11f0e2eb4b95" /><Relationship Type="http://schemas.openxmlformats.org/officeDocument/2006/relationships/notesMaster" Target="/ppt/notesMasters/notesMaster1.xml" Id="Rc6354d26421846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d5369e874a42fd" /><Relationship Type="http://schemas.openxmlformats.org/officeDocument/2006/relationships/notesMaster" Target="/ppt/notesMasters/notesMaster1.xml" Id="R1d13fa047e2647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74417a3ef845bc" /><Relationship Type="http://schemas.openxmlformats.org/officeDocument/2006/relationships/notesMaster" Target="/ppt/notesMasters/notesMaster1.xml" Id="R59d941b2581a4e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a47349891b4f6e" /><Relationship Type="http://schemas.openxmlformats.org/officeDocument/2006/relationships/notesMaster" Target="/ppt/notesMasters/notesMaster1.xml" Id="R51ff6dc703af48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dfa9efdd2a451b" /><Relationship Type="http://schemas.openxmlformats.org/officeDocument/2006/relationships/notesMaster" Target="/ppt/notesMasters/notesMaster1.xml" Id="Rc772f2fb5fe3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UXL Skills Evaluator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Why project maintainers should care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exists 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current skill catalog — at a glance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Architecture: project knowledge becomes measured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public control room answers: are the skills healthy?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Maintainers can drill from portfolio to exact task contracts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methodology is deliberately claim-resistant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Every claim lives inside a matched evaluation cell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Maintainer pushback is expected — and the answer is scoped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Hardware is a pluggable evidence lane — never the product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ongoing maintainer workflow fits normal GitHub practice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Ownership is intentionally split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decision we need from each project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b0c5e4aed4799" /><Relationship Type="http://schemas.openxmlformats.org/officeDocument/2006/relationships/image" Target="/ppt/media/image2.png" Id="Rc88c3689b6bd4e80" /><Relationship Type="http://schemas.openxmlformats.org/officeDocument/2006/relationships/image" Target="/ppt/media/image3.png" Id="Rab77eb2d7b2d42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45477f41242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f7f6441b04bd8" /><Relationship Type="http://schemas.openxmlformats.org/officeDocument/2006/relationships/image" Target="/ppt/media/image4.png" Id="R1b65c564ab2c498b" /><Relationship Type="http://schemas.openxmlformats.org/officeDocument/2006/relationships/image" Target="/ppt/media/image.png" Id="Rc9017fd1915b4f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c14e9fee240b9" /><Relationship Type="http://schemas.openxmlformats.org/officeDocument/2006/relationships/image" Target="/ppt/media/image5.png" Id="Rb1d18bc487ac4831" /><Relationship Type="http://schemas.openxmlformats.org/officeDocument/2006/relationships/image" Target="/ppt/media/image.png" Id="R21d4f6748d8349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93f3be69a4754" /><Relationship Type="http://schemas.openxmlformats.org/officeDocument/2006/relationships/image" Target="/ppt/media/image6.png" Id="R24ac9dc386534b27" /><Relationship Type="http://schemas.openxmlformats.org/officeDocument/2006/relationships/image" Target="/ppt/media/image.png" Id="Rfed5ae03f02644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65653caee472a" /><Relationship Type="http://schemas.openxmlformats.org/officeDocument/2006/relationships/image" Target="/ppt/media/image3.png" Id="Rdfa6409804c04f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8529930944f38" /><Relationship Type="http://schemas.openxmlformats.org/officeDocument/2006/relationships/image" Target="/ppt/media/image7.png" Id="Re2b06879f31d452c" /><Relationship Type="http://schemas.openxmlformats.org/officeDocument/2006/relationships/image" Target="/ppt/media/image8.png" Id="R02e4ad43b345450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3d16d1a5e4c96" /><Relationship Type="http://schemas.openxmlformats.org/officeDocument/2006/relationships/image" Target="/ppt/media/image9.png" Id="R624b36c0bc5944e8" /><Relationship Type="http://schemas.openxmlformats.org/officeDocument/2006/relationships/image" Target="/ppt/media/image3.png" Id="Rbe096f3e9bd7458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ef6e718c246ef" /><Relationship Type="http://schemas.openxmlformats.org/officeDocument/2006/relationships/image" Target="/ppt/media/image10.png" Id="R0384d8cb474e449e" /><Relationship Type="http://schemas.openxmlformats.org/officeDocument/2006/relationships/image" Target="/ppt/media/image.png" Id="R4b6643e51c3e44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45d777f4440b1" /><Relationship Type="http://schemas.openxmlformats.org/officeDocument/2006/relationships/image" Target="/ppt/media/image11.png" Id="R8508d85675834ce7" /><Relationship Type="http://schemas.openxmlformats.org/officeDocument/2006/relationships/image" Target="/ppt/media/image3.png" Id="Ree2f7723ce754f0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2181dbb414502" /><Relationship Type="http://schemas.openxmlformats.org/officeDocument/2006/relationships/image" Target="/ppt/media/image3.png" Id="R468cfd0d917943d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8dfdad86742d8" /><Relationship Type="http://schemas.openxmlformats.org/officeDocument/2006/relationships/image" Target="/ppt/media/image12.png" Id="R26289fcd9a744d0b" /><Relationship Type="http://schemas.openxmlformats.org/officeDocument/2006/relationships/image" Target="/ppt/media/image.png" Id="R1a5ba81d35bd4cf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334defb7c4e7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6c22d29b446b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7f278b5d3482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ae2983a60445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b0f11121fa44f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bc24fde33347f4" /><Relationship Type="http://schemas.openxmlformats.org/officeDocument/2006/relationships/image" Target="/ppt/media/image8.png" Id="R76e3144b1f874b6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b888254f3941a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2d0f549bb14d7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90a26af2074ce2" /><Relationship Type="http://schemas.openxmlformats.org/officeDocument/2006/relationships/image" Target="/ppt/media/image13.png" Id="R4aee61615542405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189ee4de39484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f943ecd0fd479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f8769eaaf8439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15747885e64a3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a4392e779447f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a529c5cfa34abf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7dc2d7cdb14c2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7d50e3b295434a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c88c3689b6bd4e8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77eb2d7b2d42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1b65c564ab2c498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017fd1915b4f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b1d18bc487ac483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d4f6748d8349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24ac9dc386534b2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d5ae03f02644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a6409804c04f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e2b06879f31d452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e4ad43b34545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624b36c0bc5944e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096f3e9bd7458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0384d8cb474e449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6643e51c3e44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8508d85675834ce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2f7723ce754f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8cfd0d917943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26289fcd9a744d0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5ba81d35bd4c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0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e3144b1f874b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ee6161554240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aa86d72b834168" /><Relationship Type="http://schemas.openxmlformats.org/officeDocument/2006/relationships/slideLayout" Target="/ppt/slideLayouts/slideLayout1.xml" Id="R21ba845589944f43" /><Relationship Type="http://schemas.openxmlformats.org/officeDocument/2006/relationships/slideLayout" Target="/ppt/slideLayouts/slideLayout2.xml" Id="Rcbffb3b220114850" /><Relationship Type="http://schemas.openxmlformats.org/officeDocument/2006/relationships/slideLayout" Target="/ppt/slideLayouts/slideLayout3.xml" Id="R0e6dbaa1249d45b5" /><Relationship Type="http://schemas.openxmlformats.org/officeDocument/2006/relationships/slideLayout" Target="/ppt/slideLayouts/slideLayout4.xml" Id="R65078ff746804d93" /><Relationship Type="http://schemas.openxmlformats.org/officeDocument/2006/relationships/slideLayout" Target="/ppt/slideLayouts/slideLayout5.xml" Id="R80cbbebc01e242a8" /><Relationship Type="http://schemas.openxmlformats.org/officeDocument/2006/relationships/slideLayout" Target="/ppt/slideLayouts/slideLayout6.xml" Id="R14cab5a916c8402d" /><Relationship Type="http://schemas.openxmlformats.org/officeDocument/2006/relationships/slideLayout" Target="/ppt/slideLayouts/slideLayout7.xml" Id="Rdc76000c6fc2443e" /><Relationship Type="http://schemas.openxmlformats.org/officeDocument/2006/relationships/slideLayout" Target="/ppt/slideLayouts/slideLayout8.xml" Id="Rcabb207ead054163" /><Relationship Type="http://schemas.openxmlformats.org/officeDocument/2006/relationships/slideLayout" Target="/ppt/slideLayouts/slideLayout9.xml" Id="Rfd7aed5d30074815" /><Relationship Type="http://schemas.openxmlformats.org/officeDocument/2006/relationships/slideLayout" Target="/ppt/slideLayouts/slideLayout10.xml" Id="Rdc576da392f545c2" /><Relationship Type="http://schemas.openxmlformats.org/officeDocument/2006/relationships/slideLayout" Target="/ppt/slideLayouts/slideLayout11.xml" Id="R36de8a721f2d4ef3" /><Relationship Type="http://schemas.openxmlformats.org/officeDocument/2006/relationships/slideLayout" Target="/ppt/slideLayouts/slideLayout12.xml" Id="Rc5e38dec59354a97" /><Relationship Type="http://schemas.openxmlformats.org/officeDocument/2006/relationships/slideLayout" Target="/ppt/slideLayouts/slideLayout13.xml" Id="R31c99d6e391144f4" /><Relationship Type="http://schemas.openxmlformats.org/officeDocument/2006/relationships/slideLayout" Target="/ppt/slideLayouts/slideLayout14.xml" Id="Re0da36c9e8684123" /><Relationship Type="http://schemas.openxmlformats.org/officeDocument/2006/relationships/slideLayout" Target="/ppt/slideLayouts/slideLayout15.xml" Id="R86c1adf6265f47de" /><Relationship Type="http://schemas.openxmlformats.org/officeDocument/2006/relationships/slideLayout" Target="/ppt/slideLayouts/slideLayout16.xml" Id="Rc576d2605939463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0309e3201551495c" /><Relationship Type="http://schemas.openxmlformats.org/officeDocument/2006/relationships/theme" Target="/ppt/slideMasters/theme/theme3.xml" Id="Ra6fdb1ec2a594572" /><Relationship Type="http://schemas.openxmlformats.org/officeDocument/2006/relationships/slideLayout" Target="/ppt/slideLayouts/slideLayout17.xml" Id="R4681e6caacdc45dd" /><Relationship Type="http://schemas.openxmlformats.org/officeDocument/2006/relationships/slideLayout" Target="/ppt/slideLayouts/slideLayout18.xml" Id="Raae4d71a5cca49b9" /><Relationship Type="http://schemas.openxmlformats.org/officeDocument/2006/relationships/slideLayout" Target="/ppt/slideLayouts/slideLayout19.xml" Id="R3459021853bc44b3" /><Relationship Type="http://schemas.openxmlformats.org/officeDocument/2006/relationships/slideLayout" Target="/ppt/slideLayouts/slideLayout20.xml" Id="R6f29b94ffdc84e93" /><Relationship Type="http://schemas.openxmlformats.org/officeDocument/2006/relationships/slideLayout" Target="/ppt/slideLayouts/slideLayout21.xml" Id="R9dde6ff2d10244f4" /><Relationship Type="http://schemas.openxmlformats.org/officeDocument/2006/relationships/slideLayout" Target="/ppt/slideLayouts/slideLayout22.xml" Id="R7c7b3507ada74b91" /><Relationship Type="http://schemas.openxmlformats.org/officeDocument/2006/relationships/slideLayout" Target="/ppt/slideLayouts/slideLayout23.xml" Id="R2b4c3cc7f40243bf" /><Relationship Type="http://schemas.openxmlformats.org/officeDocument/2006/relationships/slideLayout" Target="/ppt/slideLayouts/slideLayout24.xml" Id="R1def9b636d384571" /><Relationship Type="http://schemas.openxmlformats.org/officeDocument/2006/relationships/slideLayout" Target="/ppt/slideLayouts/slideLayout25.xml" Id="R97d06415aea045f3" /><Relationship Type="http://schemas.openxmlformats.org/officeDocument/2006/relationships/slideLayout" Target="/ppt/slideLayouts/slideLayout26.xml" Id="R98d17783f7d34fd4" /><Relationship Type="http://schemas.openxmlformats.org/officeDocument/2006/relationships/slideLayout" Target="/ppt/slideLayouts/slideLayout27.xml" Id="R420d24fc7d0b44ac" /><Relationship Type="http://schemas.openxmlformats.org/officeDocument/2006/relationships/slideLayout" Target="/ppt/slideLayouts/slideLayout28.xml" Id="Ref9fc75bc4a14467" /><Relationship Type="http://schemas.openxmlformats.org/officeDocument/2006/relationships/slideLayout" Target="/ppt/slideLayouts/slideLayout29.xml" Id="Ra5a8f6b8503a42e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ba845589944f43"/>
    <p:sldLayoutId xmlns:r="http://schemas.openxmlformats.org/officeDocument/2006/relationships" id="2147483650" r:id="Rcbffb3b220114850"/>
    <p:sldLayoutId xmlns:r="http://schemas.openxmlformats.org/officeDocument/2006/relationships" id="2147483651" r:id="R0e6dbaa1249d45b5"/>
    <p:sldLayoutId xmlns:r="http://schemas.openxmlformats.org/officeDocument/2006/relationships" id="2147483652" r:id="R65078ff746804d93"/>
    <p:sldLayoutId xmlns:r="http://schemas.openxmlformats.org/officeDocument/2006/relationships" id="2147483653" r:id="R80cbbebc01e242a8"/>
    <p:sldLayoutId xmlns:r="http://schemas.openxmlformats.org/officeDocument/2006/relationships" id="2147483654" r:id="R14cab5a916c8402d"/>
    <p:sldLayoutId xmlns:r="http://schemas.openxmlformats.org/officeDocument/2006/relationships" id="2147483655" r:id="Rdc76000c6fc2443e"/>
    <p:sldLayoutId xmlns:r="http://schemas.openxmlformats.org/officeDocument/2006/relationships" id="2147483656" r:id="Rcabb207ead054163"/>
    <p:sldLayoutId xmlns:r="http://schemas.openxmlformats.org/officeDocument/2006/relationships" id="2147483657" r:id="Rfd7aed5d30074815"/>
    <p:sldLayoutId xmlns:r="http://schemas.openxmlformats.org/officeDocument/2006/relationships" id="2147483658" r:id="Rdc576da392f545c2"/>
    <p:sldLayoutId xmlns:r="http://schemas.openxmlformats.org/officeDocument/2006/relationships" id="2147483659" r:id="R36de8a721f2d4ef3"/>
    <p:sldLayoutId xmlns:r="http://schemas.openxmlformats.org/officeDocument/2006/relationships" id="2147483660" r:id="Rc5e38dec59354a97"/>
    <p:sldLayoutId xmlns:r="http://schemas.openxmlformats.org/officeDocument/2006/relationships" id="2147483661" r:id="R31c99d6e391144f4"/>
    <p:sldLayoutId xmlns:r="http://schemas.openxmlformats.org/officeDocument/2006/relationships" id="2147483662" r:id="Re0da36c9e8684123"/>
    <p:sldLayoutId xmlns:r="http://schemas.openxmlformats.org/officeDocument/2006/relationships" id="2147483663" r:id="R86c1adf6265f47de"/>
    <p:sldLayoutId xmlns:r="http://schemas.openxmlformats.org/officeDocument/2006/relationships" id="2147483664" r:id="Rc576d26059394633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09e320155149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4681e6caacdc45dd"/>
    <p:sldLayoutId xmlns:r="http://schemas.openxmlformats.org/officeDocument/2006/relationships" id="2147483667" r:id="Raae4d71a5cca49b9"/>
    <p:sldLayoutId xmlns:r="http://schemas.openxmlformats.org/officeDocument/2006/relationships" id="2147483668" r:id="R3459021853bc44b3"/>
    <p:sldLayoutId xmlns:r="http://schemas.openxmlformats.org/officeDocument/2006/relationships" id="2147483669" r:id="R6f29b94ffdc84e93"/>
    <p:sldLayoutId xmlns:r="http://schemas.openxmlformats.org/officeDocument/2006/relationships" id="2147483670" r:id="R9dde6ff2d10244f4"/>
    <p:sldLayoutId xmlns:r="http://schemas.openxmlformats.org/officeDocument/2006/relationships" id="2147483671" r:id="R7c7b3507ada74b91"/>
    <p:sldLayoutId xmlns:r="http://schemas.openxmlformats.org/officeDocument/2006/relationships" id="2147483672" r:id="R2b4c3cc7f40243bf"/>
    <p:sldLayoutId xmlns:r="http://schemas.openxmlformats.org/officeDocument/2006/relationships" id="2147483673" r:id="R1def9b636d384571"/>
    <p:sldLayoutId xmlns:r="http://schemas.openxmlformats.org/officeDocument/2006/relationships" id="2147483674" r:id="R97d06415aea045f3"/>
    <p:sldLayoutId xmlns:r="http://schemas.openxmlformats.org/officeDocument/2006/relationships" id="2147483675" r:id="R98d17783f7d34fd4"/>
    <p:sldLayoutId xmlns:r="http://schemas.openxmlformats.org/officeDocument/2006/relationships" id="2147483676" r:id="R420d24fc7d0b44ac"/>
    <p:sldLayoutId xmlns:r="http://schemas.openxmlformats.org/officeDocument/2006/relationships" id="2147483677" r:id="Ref9fc75bc4a14467"/>
    <p:sldLayoutId xmlns:r="http://schemas.openxmlformats.org/officeDocument/2006/relationships" id="2147483678" r:id="Ra5a8f6b8503a42e7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163b5506c974331" /><Relationship Type="http://schemas.openxmlformats.org/officeDocument/2006/relationships/notesSlide" Target="/ppt/notesSlides/notesSlide1.xml" Id="Rb95897f9675f47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e33f7f504d84141" /><Relationship Type="http://schemas.openxmlformats.org/officeDocument/2006/relationships/notesSlide" Target="/ppt/notesSlides/notesSlide2.xml" Id="Rd28a5a1bbe9d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e1582f94fa5492e" /><Relationship Type="http://schemas.openxmlformats.org/officeDocument/2006/relationships/notesSlide" Target="/ppt/notesSlides/notesSlide3.xml" Id="R175dae75bff2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a3f9ab3a2d14668" /><Relationship Type="http://schemas.openxmlformats.org/officeDocument/2006/relationships/notesSlide" Target="/ppt/notesSlides/notesSlide4.xml" Id="R3c92a0923ef1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0951d8e1ab64488" /><Relationship Type="http://schemas.openxmlformats.org/officeDocument/2006/relationships/notesSlide" Target="/ppt/notesSlides/notesSlide5.xml" Id="R5953df3d5ab247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29481c698c249cd" /><Relationship Type="http://schemas.openxmlformats.org/officeDocument/2006/relationships/image" Target="/ppt/media/image.jpeg" Id="R3b919c69f28f45e6" /><Relationship Type="http://schemas.openxmlformats.org/officeDocument/2006/relationships/notesSlide" Target="/ppt/notesSlides/notesSlide6.xml" Id="Rdc7e7e589f394e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9589070212b4d39" /><Relationship Type="http://schemas.openxmlformats.org/officeDocument/2006/relationships/image" Target="/ppt/media/image2.jpeg" Id="R2e5d162567dc48b9" /><Relationship Type="http://schemas.openxmlformats.org/officeDocument/2006/relationships/image" Target="/ppt/media/image3.jpeg" Id="R261f25a44c4b4632" /><Relationship Type="http://schemas.openxmlformats.org/officeDocument/2006/relationships/notesSlide" Target="/ppt/notesSlides/notesSlide7.xml" Id="R3a41866fe0934e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6ccbc7fd83b4d64" /><Relationship Type="http://schemas.openxmlformats.org/officeDocument/2006/relationships/image" Target="/ppt/media/image4.jpeg" Id="Ra3ec16aecaaf421c" /><Relationship Type="http://schemas.openxmlformats.org/officeDocument/2006/relationships/notesSlide" Target="/ppt/notesSlides/notesSlide8.xml" Id="R057fc502b9c449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f682fc097594422" /><Relationship Type="http://schemas.openxmlformats.org/officeDocument/2006/relationships/notesSlide" Target="/ppt/notesSlides/notesSlide9.xml" Id="Reacde9d5653348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1bd5c6439b74c5d" /><Relationship Type="http://schemas.openxmlformats.org/officeDocument/2006/relationships/notesSlide" Target="/ppt/notesSlides/notesSlide10.xml" Id="Rc2a57f4fe33b46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fa1940b81344020" /><Relationship Type="http://schemas.openxmlformats.org/officeDocument/2006/relationships/image" Target="/ppt/media/image5.jpeg" Id="R57cbd8e9a03c494b" /><Relationship Type="http://schemas.openxmlformats.org/officeDocument/2006/relationships/notesSlide" Target="/ppt/notesSlides/notesSlide11.xml" Id="Rf7285a7322bf4e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bd664ea8e7b487f" /><Relationship Type="http://schemas.openxmlformats.org/officeDocument/2006/relationships/notesSlide" Target="/ppt/notesSlides/notesSlide12.xml" Id="Rb757ddc27cee4c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a2d04be5c344b61" /><Relationship Type="http://schemas.openxmlformats.org/officeDocument/2006/relationships/notesSlide" Target="/ppt/notesSlides/notesSlide13.xml" Id="Rf59ebb0cb2334c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7b5b5f8a4eb4268" /><Relationship Type="http://schemas.openxmlformats.org/officeDocument/2006/relationships/notesSlide" Target="/ppt/notesSlides/notesSlide14.xml" Id="R496146ee303247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FOUNDATION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UXL Skills Evaluator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Project-maintained operational knowledge for coding agents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Maintainer overview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Why project maintainers should care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Fewer repeat explanations</a:t>
            </a:r>
            <a:r>
              <a:rPr sz="1913">
                <a:solidFill>
                  <a:srgbClr val="000000"/>
                </a:solidFill>
              </a:rPr>
              <a:t> — Capture the review comments, setup choices, and failure triage your team repeats today.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Safer agent contributions</a:t>
            </a:r>
            <a:r>
              <a:rPr sz="1913">
                <a:solidFill>
                  <a:srgbClr val="000000"/>
                </a:solidFill>
              </a:rPr>
              <a:t> — Guide agents toward project-owned APIs, tests, evidence, and honest limitations before they open a PR.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Reviewable change control</a:t>
            </a:r>
            <a:r>
              <a:rPr sz="1913">
                <a:solidFill>
                  <a:srgbClr val="000000"/>
                </a:solidFill>
              </a:rPr>
              <a:t> — Skills are small repository files; guidance changes arrive through normal GitHub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Measured usefulness</a:t>
            </a:r>
            <a:r>
              <a:rPr sz="1913">
                <a:solidFill>
                  <a:srgbClr val="000000"/>
                </a:solidFill>
              </a:rPr>
              <a:t> — Executable evaluations check whether the guidance improves verified outcomes — not just whether it sounds plausible.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exists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8 skills</a:t>
            </a:r>
            <a:r>
              <a:rPr sz="1913">
                <a:solidFill>
                  <a:srgbClr val="000000"/>
                </a:solidFill>
              </a:rPr>
              <a:t> — Six library portfolios plus shared SYCL build/debug and performance-validation guidance.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52 scoped evaluation tasks</a:t>
            </a:r>
            <a:r>
              <a:rPr sz="1913">
                <a:solidFill>
                  <a:srgbClr val="000000"/>
                </a:solidFill>
              </a:rPr>
              <a:t> — 41 implemented and 11 left visible as planned gaps; this is inventory, not a pass-rate claim.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 public control room</a:t>
            </a:r>
            <a:r>
              <a:rPr sz="1913">
                <a:solidFill>
                  <a:srgbClr val="000000"/>
                </a:solidFill>
              </a:rPr>
              <a:t> — Skills, evaluations, platforms, methodology, maturity, source freshness, and ownership status.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 portable execution model</a:t>
            </a:r>
            <a:r>
              <a:rPr sz="1913">
                <a:solidFill>
                  <a:srgbClr val="000000"/>
                </a:solidFill>
              </a:rPr>
              <a:t> — GitHub-hosted checks by default; opt-in specialized machines only when a task contract requires them.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current skill catalog — at a glance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oneDNN</a:t>
            </a:r>
            <a:r>
              <a:rPr sz="1913">
                <a:solidFill>
                  <a:srgbClr val="000000"/>
                </a:solidFill>
              </a:rPr>
              <a:t> — Primitives, layouts/reorders, fusion, numerics, benchdnn.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oneMath</a:t>
            </a:r>
            <a:r>
              <a:rPr sz="1913">
                <a:solidFill>
                  <a:srgbClr val="000000"/>
                </a:solidFill>
              </a:rPr>
              <a:t> — Domains, dispatch modes, queues, backends, linking.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oneDAL</a:t>
            </a:r>
            <a:r>
              <a:rPr sz="1913">
                <a:solidFill>
                  <a:srgbClr val="000000"/>
                </a:solidFill>
              </a:rPr>
              <a:t> — Python/native paths, modes, tables, metric parity, conversion cost.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oneTBB</a:t>
            </a:r>
            <a:r>
              <a:rPr sz="1913">
                <a:solidFill>
                  <a:srgbClr val="000000"/>
                </a:solidFill>
              </a:rPr>
              <a:t> — Patterns, shared state, flow graphs, arenas, grainsize/affinity.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oneDPL</a:t>
            </a:r>
            <a:r>
              <a:rPr sz="1913">
                <a:solidFill>
                  <a:srgbClr val="000000"/>
                </a:solidFill>
              </a:rPr>
              <a:t> — Host/device policies, iterators, lifetime, synchronization, ordering.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oneCCL</a:t>
            </a:r>
            <a:r>
              <a:rPr sz="1913">
                <a:solidFill>
                  <a:srgbClr val="000000"/>
                </a:solidFill>
              </a:rPr>
              <a:t> — Collectives, ranks, launch symmetry, waits, plugins, hangs.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Cross-project</a:t>
            </a:r>
            <a:r>
              <a:rPr sz="1913">
                <a:solidFill>
                  <a:srgbClr val="000000"/>
                </a:solidFill>
              </a:rPr>
              <a:t> — SYCL build/runtime triage and correctness-first performance evidence.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Architecture: project knowledge becomes measured evidence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715E8-4631-43F5-AE46-A6CF6EA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1945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04538-D4C7-4C7B-8E44-2415A17F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C583A-48D2-4721-8763-6DB1561F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895F3-CF9D-4353-BF0D-28745827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1945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88928-D6B1-4396-A49C-D0A63577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226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Project docs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examples · tests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maintainer incidents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AEB6D-B0DF-43B6-A755-0A0FC46C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Skill guidance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source ledger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prompt evals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05728-2DBB-45FC-A27D-8BCA6561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3C9C6"/>
          </a:solidFill>
          <a:ln xmlns:a="http://schemas.openxmlformats.org/drawingml/2006/main" w="9525">
            <a:solidFill>
              <a:srgbClr val="03C9C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226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Harbor tasks</a:t>
            </a:r>
          </a:p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instruction · environment</a:t>
            </a:r>
          </a:p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verifier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11962-8F55-4334-BA6A-BDB8C537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GitHub-hosted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 specialized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execution 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15E73-13AC-41F6-AEA2-2ECC7D1D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226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Evidence +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public dashboard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maintainer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ABAE9-BC08-47A0-8EB7-440E345A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83C"/>
                </a:solidFill>
              </a:defRPr>
            </a:pPr>
            <a:r>
              <a:rPr sz="1800" b="1">
                <a:solidFill>
                  <a:srgbClr val="07083C"/>
                </a:solidFill>
              </a:rPr>
              <a:t>One repository carries guidance, task contracts, policy, and the public portfolio 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99496-80F6-4355-BF57-1A0476CC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F1BBA"/>
                </a:solidFill>
              </a:defRPr>
            </a:pPr>
            <a:r>
              <a:rPr sz="1650" b="0">
                <a:solidFill>
                  <a:srgbClr val="6F1BBA"/>
                </a:solidFill>
              </a:rPr>
              <a:t>Specialized machines change the environment, not the evidence contract.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public control room answers: are the skills healthy?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19c69f28f45e6"/>
          <a:stretch xmlns:a="http://schemas.openxmlformats.org/drawingml/2006/main"/>
        </p:blipFill>
        <p:spPr>
          <a:xfrm xmlns:a="http://schemas.openxmlformats.org/drawingml/2006/main">
            <a:off x="2322187" y="1885950"/>
            <a:ext cx="7547626" cy="4248150"/>
          </a:xfrm>
          <a:prstGeom xmlns:a="http://schemas.openxmlformats.org/drawingml/2006/main" prst="roundRect">
            <a:avLst>
              <a:gd name="adj" fmla="val 2242"/>
            </a:avLst>
          </a:prstGeom>
        </p:spPr>
      </p:pic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Maintainers can drill from portfolio to exact task contracts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d162567dc48b9"/>
          <a:stretch xmlns:a="http://schemas.openxmlformats.org/drawingml/2006/main"/>
        </p:blipFill>
        <p:spPr>
          <a:xfrm xmlns:a="http://schemas.openxmlformats.org/drawingml/2006/main">
            <a:off x="882052" y="2095500"/>
            <a:ext cx="4941495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f25a44c4b4632"/>
          <a:stretch xmlns:a="http://schemas.openxmlformats.org/drawingml/2006/main"/>
        </p:blipFill>
        <p:spPr>
          <a:xfrm xmlns:a="http://schemas.openxmlformats.org/drawingml/2006/main">
            <a:off x="6368452" y="2095500"/>
            <a:ext cx="4941495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38011-2024-454A-A442-F3391407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F75"/>
                </a:solidFill>
              </a:defRPr>
            </a:pPr>
            <a:r>
              <a:rPr sz="1575" b="1">
                <a:solidFill>
                  <a:srgbClr val="1D2F75"/>
                </a:solidFill>
              </a:rPr>
              <a:t>Skills: scope, maturity, sources, limitations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B5C15-D589-4ED9-B6EF-8C150F54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F75"/>
                </a:solidFill>
              </a:defRPr>
            </a:pPr>
            <a:r>
              <a:rPr sz="1575" b="1">
                <a:solidFill>
                  <a:srgbClr val="1D2F75"/>
                </a:solidFill>
              </a:rPr>
              <a:t>Evaluations: exact tasks, states, environments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methodology is deliberately claim-resistant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c16aecaaf421c"/>
          <a:stretch xmlns:a="http://schemas.openxmlformats.org/drawingml/2006/main"/>
        </p:blipFill>
        <p:spPr>
          <a:xfrm xmlns:a="http://schemas.openxmlformats.org/drawingml/2006/main">
            <a:off x="2322187" y="1885950"/>
            <a:ext cx="7547626" cy="4248150"/>
          </a:xfrm>
          <a:prstGeom xmlns:a="http://schemas.openxmlformats.org/drawingml/2006/main" prst="roundRect">
            <a:avLst>
              <a:gd name="adj" fmla="val 2242"/>
            </a:avLst>
          </a:prstGeom>
        </p:spPr>
      </p:pic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Every claim lives inside a matched evaluation cell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CE89B-13CA-4A29-83F1-F584BCA2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75E8A-7F96-4DFF-9413-CC53C744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7C78D-4720-4B9A-BBB0-570F4297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A92DC-7B38-4035-A0DD-C1823E95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40483-DB93-45CB-BDAD-C8015A76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Task + verifier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264BF-5F10-4A77-AE68-6320313F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28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Agent + harness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model + 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2FB75-2728-4483-9B72-AB47CD36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3C9C6"/>
          </a:solidFill>
          <a:ln xmlns:a="http://schemas.openxmlformats.org/drawingml/2006/main" w="9525">
            <a:solidFill>
              <a:srgbClr val="03C9C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Image + toolchain</a:t>
            </a:r>
          </a:p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OS + hardware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4886F-FB93-4861-8889-8B26169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Attempts + timeouts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concurrency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45630-C949-44BD-945A-DC5A734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52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Matched arms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 skill · previous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BF768-23E0-429B-912B-ADCB4EB5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83C"/>
                </a:solidFill>
              </a:defRPr>
            </a:pPr>
            <a:r>
              <a:rPr sz="1875" b="1">
                <a:solidFill>
                  <a:srgbClr val="07083C"/>
                </a:solidFill>
              </a:rPr>
              <a:t>Inside one cell, change only the skill treatment.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0C66F-4D8E-45CF-B1F9-BB16A3C6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94127"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6F1BBA"/>
                </a:solidFill>
              </a:defRPr>
            </a:pPr>
            <a:r>
              <a:rPr sz="1613" b="0">
                <a:solidFill>
                  <a:srgbClr val="6F1BBA"/>
                </a:solidFill>
              </a:rPr>
              <a:t>Repeat across representative cells; report differences. Never average incompatible contexts into a universal score.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Maintainer pushback is expected — and the answer is scoped evidence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Do you test every model, harness, and version?</a:t>
            </a:r>
            <a:r>
              <a:rPr sz="1913">
                <a:solidFill>
                  <a:srgbClr val="000000"/>
                </a:solidFill>
              </a:rPr>
              <a:t> — No. We select representative, risk-based cells and publish the untested gaps.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happens when a model, harness, or toolchain changes?</a:t>
            </a:r>
            <a:r>
              <a:rPr sz="1913">
                <a:solidFill>
                  <a:srgbClr val="000000"/>
                </a:solidFill>
              </a:rPr>
              <a:t> — Re-run the affected cells; older results remain historical evidence, not current proof.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Could a skill overfit the evaluator?</a:t>
            </a:r>
            <a:r>
              <a:rPr sz="1913">
                <a:solidFill>
                  <a:srgbClr val="000000"/>
                </a:solidFill>
              </a:rPr>
              <a:t> — Use maintainer incidents, hidden implementation-neutral checks, negative controls, multiple tasks, and trajectory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if every arm passes?</a:t>
            </a:r>
            <a:r>
              <a:rPr sz="1913">
                <a:solidFill>
                  <a:srgbClr val="000000"/>
                </a:solidFill>
              </a:rPr>
              <a:t> — Classify the task as ceiling/smoke; do not claim quality lift and seek a harder task.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Does a hardware oracle prove the skill helps?</a:t>
            </a:r>
            <a:r>
              <a:rPr sz="1913">
                <a:solidFill>
                  <a:srgbClr val="000000"/>
                </a:solidFill>
              </a:rPr>
              <a:t> — No. It qualifies the execution lane; matched model trials are a separate experiment.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Can we compare scores across cells?</a:t>
            </a:r>
            <a:r>
              <a:rPr sz="1913">
                <a:solidFill>
                  <a:srgbClr val="000000"/>
                </a:solidFill>
              </a:rPr>
              <a:t> — Look for consistent conclusions and report exceptions; never pool incompatible models or environments into one universal score.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Hardware is a pluggable evidence lane — never the product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bd8e9a03c494b"/>
          <a:stretch xmlns:a="http://schemas.openxmlformats.org/drawingml/2006/main"/>
        </p:blipFill>
        <p:spPr>
          <a:xfrm xmlns:a="http://schemas.openxmlformats.org/drawingml/2006/main">
            <a:off x="2322187" y="1885950"/>
            <a:ext cx="7547626" cy="4248150"/>
          </a:xfrm>
          <a:prstGeom xmlns:a="http://schemas.openxmlformats.org/drawingml/2006/main" prst="roundRect">
            <a:avLst>
              <a:gd name="adj" fmla="val 2242"/>
            </a:avLst>
          </a:prstGeom>
        </p:spPr>
      </p:pic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ongoing maintainer workflow fits normal GitHub practice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9D77C-4B9D-47B3-8142-5A56338C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5E755-E8AE-449B-AF52-213857E4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F0BDF-C34A-4C94-80D0-B06F4C73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AD538-DED7-4164-B286-2C120FB7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D7A15-564C-4728-9DF8-B076C668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5386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  Review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 · guidance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sources ·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93BB0-7B7D-4849-8C8D-7E5D4B55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  Edit via PR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skill + eval +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source ledger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36FF2-9CD3-4D7B-BA1E-E53E5A73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3C9C6"/>
          </a:solidFill>
          <a:ln xmlns:a="http://schemas.openxmlformats.org/drawingml/2006/main" w="9525">
            <a:solidFill>
              <a:srgbClr val="03C9C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3  CI validates</a:t>
            </a:r>
          </a:p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catalog · tasks</a:t>
            </a:r>
          </a:p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site · smoke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CD42E-908A-41F0-A3A7-9171FD90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5386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  Compare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no-skill · previous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25589-6E6B-4404-969A-1C0734FC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  Decide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keep · revise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promote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40007-E13F-4BC5-BC7A-4307798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9954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83C"/>
                </a:solidFill>
              </a:defRPr>
            </a:pPr>
            <a:r>
              <a:rPr sz="1875" b="1">
                <a:solidFill>
                  <a:srgbClr val="07083C"/>
                </a:solidFill>
              </a:rPr>
              <a:t>A maintainer’s recurring action is a small review — the shared evaluator does the rest.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43A19-150A-4137-A153-BE6CC5B9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F1BBA"/>
                </a:solidFill>
              </a:defRPr>
            </a:pPr>
            <a:r>
              <a:rPr sz="1650" b="0">
                <a:solidFill>
                  <a:srgbClr val="6F1BBA"/>
                </a:solidFill>
              </a:rPr>
              <a:t>Quality is the gate; lower token use never compensates for fewer verified successes.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Ownership is intentionally split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Project maintainers own</a:t>
            </a:r>
            <a:r>
              <a:rPr sz="1913">
                <a:solidFill>
                  <a:srgbClr val="000000"/>
                </a:solidFill>
              </a:rPr>
              <a:t> — Triggers, technical guidance, official sources, limitations, and whether task scenarios are authentic.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shared infrastructure owns</a:t>
            </a:r>
            <a:r>
              <a:rPr sz="1913">
                <a:solidFill>
                  <a:srgbClr val="000000"/>
                </a:solidFill>
              </a:rPr>
              <a:t> — Catalog validation, Harbor harnesses, comparison policy, dashboards, hosted CI, and runner contracts.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Hardware owners opt in</a:t>
            </a:r>
            <a:r>
              <a:rPr sz="1913">
                <a:solidFill>
                  <a:srgbClr val="000000"/>
                </a:solidFill>
              </a:rPr>
              <a:t> — They qualify a declared environment, run only reviewed immutable evaluator revisions, and return evidence artifacts.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No silent promotion</a:t>
            </a:r>
            <a:r>
              <a:rPr sz="1913">
                <a:solidFill>
                  <a:srgbClr val="000000"/>
                </a:solidFill>
              </a:rPr>
              <a:t> — Project approval, source verification, realistic eval prompts, matched trials when feasible, and explicit limitations remain gates.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decision we need from each project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Name one owner</a:t>
            </a:r>
            <a:r>
              <a:rPr sz="1913">
                <a:solidFill>
                  <a:srgbClr val="000000"/>
                </a:solidFill>
              </a:rPr>
              <a:t> — A maintainer or small reviewer group for scope and source freshness.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Approve or correct the first-pass guidance</a:t>
            </a:r>
            <a:r>
              <a:rPr sz="1913">
                <a:solidFill>
                  <a:srgbClr val="000000"/>
                </a:solidFill>
              </a:rPr>
              <a:t> — Especially triggers, gotchas, unsupported paths, and terminology.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the task inventory</a:t>
            </a:r>
            <a:r>
              <a:rPr sz="1913">
                <a:solidFill>
                  <a:srgbClr val="000000"/>
                </a:solidFill>
              </a:rPr>
              <a:t> — Keep, rewrite, or delete scenarios; nominate one real support issue or regression.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Adopt a light cadence</a:t>
            </a:r>
            <a:r>
              <a:rPr sz="1913">
                <a:solidFill>
                  <a:srgbClr val="000000"/>
                </a:solidFill>
              </a:rPr>
              <a:t> — Review skill-affecting PRs and recheck sources at releases or quarterly.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Start small</a:t>
            </a:r>
            <a:r>
              <a:rPr sz="1913">
                <a:solidFill>
                  <a:srgbClr val="000000"/>
                </a:solidFill>
              </a:rPr>
              <a:t> — A 30-minute review is enough to turn this from UXL-authored draft into project-backed guidance.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2026-08-28T20:12:11.5340000Z</dcterms:created>
  <dcterms:modified xsi:type="dcterms:W3CDTF">2026-08-28T20:12:11.5340000Z</dcterms:modified>
</coreProperties>
</file>