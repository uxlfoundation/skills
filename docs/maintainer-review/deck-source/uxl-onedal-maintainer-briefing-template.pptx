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56ed4bd49f469e" /><Relationship Type="http://schemas.openxmlformats.org/officeDocument/2006/relationships/extended-properties" Target="/docProps/app.xml" Id="R1dd39af99214403e" /><Relationship Type="http://schemas.openxmlformats.org/officeDocument/2006/relationships/officeDocument" Target="/ppt/presentation.xml" Id="Rff79025b713a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5269ffd6834387"/>
    <p:sldMasterId xmlns:r="http://schemas.openxmlformats.org/officeDocument/2006/relationships" id="2147483665" r:id="Re8be71abba6e4632"/>
  </p:sldMasterIdLst>
  <p:notesMasterIdLst>
    <p:notesMasterId xmlns:r="http://schemas.openxmlformats.org/officeDocument/2006/relationships" r:id="R894cb305919f480f"/>
  </p:notesMasterIdLst>
  <p:sldIdLst>
    <p:sldId xmlns:r="http://schemas.openxmlformats.org/officeDocument/2006/relationships" id="256" r:id="R8497246d6ad54ad3"/>
    <p:sldId xmlns:r="http://schemas.openxmlformats.org/officeDocument/2006/relationships" id="257" r:id="Rb570044093ef4be2"/>
    <p:sldId xmlns:r="http://schemas.openxmlformats.org/officeDocument/2006/relationships" id="258" r:id="Rca339582b9414afa"/>
    <p:sldId xmlns:r="http://schemas.openxmlformats.org/officeDocument/2006/relationships" id="259" r:id="Rd56e5779e845409d"/>
    <p:sldId xmlns:r="http://schemas.openxmlformats.org/officeDocument/2006/relationships" id="260" r:id="R0d4cee83556b4f75"/>
    <p:sldId xmlns:r="http://schemas.openxmlformats.org/officeDocument/2006/relationships" id="261" r:id="R85b83956e44749b0"/>
    <p:sldId xmlns:r="http://schemas.openxmlformats.org/officeDocument/2006/relationships" id="262" r:id="Rf5a1cf8856884f83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e3680f06e45c6" /><Relationship Type="http://schemas.openxmlformats.org/officeDocument/2006/relationships/slideMaster" Target="/ppt/slideMasters/slideMaster1.xml" Id="Rd35269ffd6834387" /><Relationship Type="http://schemas.openxmlformats.org/officeDocument/2006/relationships/slideMaster" Target="/ppt/slideMasters/slideMaster2.xml" Id="Re8be71abba6e4632" /><Relationship Type="http://schemas.openxmlformats.org/officeDocument/2006/relationships/notesMaster" Target="/ppt/notesMasters/notesMaster1.xml" Id="R894cb305919f480f" /><Relationship Type="http://schemas.openxmlformats.org/officeDocument/2006/relationships/presProps" Target="/ppt/presProps.xml" Id="Rb9908482f01943a5" /><Relationship Type="http://schemas.openxmlformats.org/officeDocument/2006/relationships/viewProps" Target="/ppt/viewProps.xml" Id="Rb2518525e2e94346" /><Relationship Type="http://schemas.openxmlformats.org/officeDocument/2006/relationships/tableStyles" Target="/ppt/tableStyles.xml" Id="R885b5254872146e9" /><Relationship Type="http://schemas.microsoft.com/office/2018/10/relationships/authors" Target="/ppt/authors.xml" Id="R292592f5a3744e7f" /><Relationship Type="http://schemas.openxmlformats.org/officeDocument/2006/relationships/slide" Target="/ppt/slides/slide1.xml" Id="R8497246d6ad54ad3" /><Relationship Type="http://schemas.openxmlformats.org/officeDocument/2006/relationships/slide" Target="/ppt/slides/slide2.xml" Id="Rb570044093ef4be2" /><Relationship Type="http://schemas.openxmlformats.org/officeDocument/2006/relationships/slide" Target="/ppt/slides/slide3.xml" Id="Rca339582b9414afa" /><Relationship Type="http://schemas.openxmlformats.org/officeDocument/2006/relationships/slide" Target="/ppt/slides/slide4.xml" Id="Rd56e5779e845409d" /><Relationship Type="http://schemas.openxmlformats.org/officeDocument/2006/relationships/slide" Target="/ppt/slides/slide5.xml" Id="R0d4cee83556b4f75" /><Relationship Type="http://schemas.openxmlformats.org/officeDocument/2006/relationships/slide" Target="/ppt/slides/slide6.xml" Id="R85b83956e44749b0" /><Relationship Type="http://schemas.openxmlformats.org/officeDocument/2006/relationships/slide" Target="/ppt/slides/slide7.xml" Id="Rf5a1cf885688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7b089036e6d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de36c9cb6f49d0" /><Relationship Type="http://schemas.openxmlformats.org/officeDocument/2006/relationships/notesMaster" Target="/ppt/notesMasters/notesMaster1.xml" Id="R02de6422652a48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18ce04b83c42f9" /><Relationship Type="http://schemas.openxmlformats.org/officeDocument/2006/relationships/notesMaster" Target="/ppt/notesMasters/notesMaster1.xml" Id="Rf7469374b7a2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8c526323b4f5c" /><Relationship Type="http://schemas.openxmlformats.org/officeDocument/2006/relationships/notesMaster" Target="/ppt/notesMasters/notesMaster1.xml" Id="R7ad167700aeb4f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860b4f2b3e484b" /><Relationship Type="http://schemas.openxmlformats.org/officeDocument/2006/relationships/notesMaster" Target="/ppt/notesMasters/notesMaster1.xml" Id="R566955aedcf248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8036d3f7884b9d" /><Relationship Type="http://schemas.openxmlformats.org/officeDocument/2006/relationships/notesMaster" Target="/ppt/notesMasters/notesMaster1.xml" Id="R5656bb7e580649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aab09226d2443c" /><Relationship Type="http://schemas.openxmlformats.org/officeDocument/2006/relationships/notesMaster" Target="/ppt/notesMasters/notesMaster1.xml" Id="R8cbcf11bb31b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e6ec603554c4b" /><Relationship Type="http://schemas.openxmlformats.org/officeDocument/2006/relationships/notesMaster" Target="/ppt/notesMasters/notesMaster1.xml" Id="R301320cb0625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oneDAL skill: preserve analytics semantics while accelerating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oneDAL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5 implemented, 1 honest gap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https://github.com/uxlfoundation/skills/tree/main/skills/uxl-onedal</a:t>
            </a:r>
          </a:p>
          <a:p xmlns:a="http://schemas.openxmlformats.org/drawingml/2006/main">
            <a:r>
              <a:t>- https://github.com/uxlfoundation/skills/blob/main/skill-cards/uxl-onedal.md</a:t>
            </a:r>
          </a:p>
          <a:p xmlns:a="http://schemas.openxmlformats.org/drawingml/2006/main">
            <a:r>
              <a:t>- https://github.com/uxlfoundation/skills/blob/main/docs/maintainer-review/uxl-onedal.md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584f459e54501" /><Relationship Type="http://schemas.openxmlformats.org/officeDocument/2006/relationships/image" Target="/ppt/media/image2.png" Id="R05ff38f734114707" /><Relationship Type="http://schemas.openxmlformats.org/officeDocument/2006/relationships/image" Target="/ppt/media/image3.png" Id="R3e59cf72efec49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130b8937a42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e37ee0f2c4b30" /><Relationship Type="http://schemas.openxmlformats.org/officeDocument/2006/relationships/image" Target="/ppt/media/image4.png" Id="R9a6f7d19c16a490c" /><Relationship Type="http://schemas.openxmlformats.org/officeDocument/2006/relationships/image" Target="/ppt/media/image.png" Id="R5c4780526dd443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eb4966b814a88" /><Relationship Type="http://schemas.openxmlformats.org/officeDocument/2006/relationships/image" Target="/ppt/media/image5.png" Id="R559b9b1108f94ee1" /><Relationship Type="http://schemas.openxmlformats.org/officeDocument/2006/relationships/image" Target="/ppt/media/image.png" Id="R877f5c3dcc5c43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61899329a4a80" /><Relationship Type="http://schemas.openxmlformats.org/officeDocument/2006/relationships/image" Target="/ppt/media/image6.png" Id="R2bab93609c714519" /><Relationship Type="http://schemas.openxmlformats.org/officeDocument/2006/relationships/image" Target="/ppt/media/image.png" Id="R931dc6de4b5a42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d97a8d6d94d69" /><Relationship Type="http://schemas.openxmlformats.org/officeDocument/2006/relationships/image" Target="/ppt/media/image3.png" Id="Reff7770c3ca54e7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62a68317c4d99" /><Relationship Type="http://schemas.openxmlformats.org/officeDocument/2006/relationships/image" Target="/ppt/media/image7.png" Id="Rd115f27f46b84876" /><Relationship Type="http://schemas.openxmlformats.org/officeDocument/2006/relationships/image" Target="/ppt/media/image8.png" Id="Radc7a19f491f46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4dfcb7ae94797" /><Relationship Type="http://schemas.openxmlformats.org/officeDocument/2006/relationships/image" Target="/ppt/media/image9.png" Id="R5a2ad12b71364721" /><Relationship Type="http://schemas.openxmlformats.org/officeDocument/2006/relationships/image" Target="/ppt/media/image3.png" Id="R4bb2b0b8e1e3446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c5ef70a6f4050" /><Relationship Type="http://schemas.openxmlformats.org/officeDocument/2006/relationships/image" Target="/ppt/media/image10.png" Id="R450e9ca861374f53" /><Relationship Type="http://schemas.openxmlformats.org/officeDocument/2006/relationships/image" Target="/ppt/media/image.png" Id="Rfdc9f49683bc4ab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43e1fd32b4444" /><Relationship Type="http://schemas.openxmlformats.org/officeDocument/2006/relationships/image" Target="/ppt/media/image11.png" Id="R1644c849fa3f48c1" /><Relationship Type="http://schemas.openxmlformats.org/officeDocument/2006/relationships/image" Target="/ppt/media/image3.png" Id="R2419b427d9564b2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41c14c610490a" /><Relationship Type="http://schemas.openxmlformats.org/officeDocument/2006/relationships/image" Target="/ppt/media/image3.png" Id="Rd67e7696f449485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fb2b75af644ca" /><Relationship Type="http://schemas.openxmlformats.org/officeDocument/2006/relationships/image" Target="/ppt/media/image12.png" Id="R297c8f85eaa84a1c" /><Relationship Type="http://schemas.openxmlformats.org/officeDocument/2006/relationships/image" Target="/ppt/media/image.png" Id="R8b791e926397426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e7a5083304a8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19ec0324d4a2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6e46f5574450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2885e0b0d4bb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4a2397f8f8493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452e4ac1474030" /><Relationship Type="http://schemas.openxmlformats.org/officeDocument/2006/relationships/image" Target="/ppt/media/image8.png" Id="R1ae7fc4fb03e488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5df59f62104a5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53be51b0e409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69838812944de0" /><Relationship Type="http://schemas.openxmlformats.org/officeDocument/2006/relationships/image" Target="/ppt/media/image13.png" Id="R67f1c59afa2d4b7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855c29a295491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1869caf52e456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5f400d5ef54b6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088d05104d47e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8aed9f1ec24e2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a5efdcbb6046e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d26e49d2ce4e2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29bc57652d4aad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05ff38f73411470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59cf72efec49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9a6f7d19c16a490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4780526dd443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559b9b1108f94ee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7f5c3dcc5c43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2bab93609c71451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1dc6de4b5a42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f7770c3ca54e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d115f27f46b8487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c7a19f491f46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5a2ad12b7136472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b2b0b8e1e344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450e9ca861374f5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c9f49683bc4a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1644c849fa3f48c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19b427d9564b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7e7696f44948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297c8f85eaa84a1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791e92639742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e7fc4fb03e48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1c59afa2d4b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3712a26dc4653" /><Relationship Type="http://schemas.openxmlformats.org/officeDocument/2006/relationships/slideLayout" Target="/ppt/slideLayouts/slideLayout1.xml" Id="R11a153ddf062421e" /><Relationship Type="http://schemas.openxmlformats.org/officeDocument/2006/relationships/slideLayout" Target="/ppt/slideLayouts/slideLayout2.xml" Id="R9f484986a0864457" /><Relationship Type="http://schemas.openxmlformats.org/officeDocument/2006/relationships/slideLayout" Target="/ppt/slideLayouts/slideLayout3.xml" Id="Raa4d402005394685" /><Relationship Type="http://schemas.openxmlformats.org/officeDocument/2006/relationships/slideLayout" Target="/ppt/slideLayouts/slideLayout4.xml" Id="R69649a2495e04947" /><Relationship Type="http://schemas.openxmlformats.org/officeDocument/2006/relationships/slideLayout" Target="/ppt/slideLayouts/slideLayout5.xml" Id="Re51910708bcb4d8f" /><Relationship Type="http://schemas.openxmlformats.org/officeDocument/2006/relationships/slideLayout" Target="/ppt/slideLayouts/slideLayout6.xml" Id="R64ad6c263a55484c" /><Relationship Type="http://schemas.openxmlformats.org/officeDocument/2006/relationships/slideLayout" Target="/ppt/slideLayouts/slideLayout7.xml" Id="R8606076de81d469c" /><Relationship Type="http://schemas.openxmlformats.org/officeDocument/2006/relationships/slideLayout" Target="/ppt/slideLayouts/slideLayout8.xml" Id="R95e32c5771a44b07" /><Relationship Type="http://schemas.openxmlformats.org/officeDocument/2006/relationships/slideLayout" Target="/ppt/slideLayouts/slideLayout9.xml" Id="R60afe603c2f64030" /><Relationship Type="http://schemas.openxmlformats.org/officeDocument/2006/relationships/slideLayout" Target="/ppt/slideLayouts/slideLayout10.xml" Id="R5de25d314c02446f" /><Relationship Type="http://schemas.openxmlformats.org/officeDocument/2006/relationships/slideLayout" Target="/ppt/slideLayouts/slideLayout11.xml" Id="Rcc75a67eb2cd497c" /><Relationship Type="http://schemas.openxmlformats.org/officeDocument/2006/relationships/slideLayout" Target="/ppt/slideLayouts/slideLayout12.xml" Id="R2ed9c42dfc6c44f2" /><Relationship Type="http://schemas.openxmlformats.org/officeDocument/2006/relationships/slideLayout" Target="/ppt/slideLayouts/slideLayout13.xml" Id="Re74d9706a9214a84" /><Relationship Type="http://schemas.openxmlformats.org/officeDocument/2006/relationships/slideLayout" Target="/ppt/slideLayouts/slideLayout14.xml" Id="Rda1e7007e997444f" /><Relationship Type="http://schemas.openxmlformats.org/officeDocument/2006/relationships/slideLayout" Target="/ppt/slideLayouts/slideLayout15.xml" Id="Rd0939b770cde452c" /><Relationship Type="http://schemas.openxmlformats.org/officeDocument/2006/relationships/slideLayout" Target="/ppt/slideLayouts/slideLayout16.xml" Id="R80aef6ef1c2a4c2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dcce647b95404cb3" /><Relationship Type="http://schemas.openxmlformats.org/officeDocument/2006/relationships/theme" Target="/ppt/slideMasters/theme/theme3.xml" Id="Rab6c53681ec04930" /><Relationship Type="http://schemas.openxmlformats.org/officeDocument/2006/relationships/slideLayout" Target="/ppt/slideLayouts/slideLayout17.xml" Id="Ra165a6d5968847c8" /><Relationship Type="http://schemas.openxmlformats.org/officeDocument/2006/relationships/slideLayout" Target="/ppt/slideLayouts/slideLayout18.xml" Id="Raee09530d395485c" /><Relationship Type="http://schemas.openxmlformats.org/officeDocument/2006/relationships/slideLayout" Target="/ppt/slideLayouts/slideLayout19.xml" Id="Re9030f9c25684cf5" /><Relationship Type="http://schemas.openxmlformats.org/officeDocument/2006/relationships/slideLayout" Target="/ppt/slideLayouts/slideLayout20.xml" Id="R80c67ffe54154f12" /><Relationship Type="http://schemas.openxmlformats.org/officeDocument/2006/relationships/slideLayout" Target="/ppt/slideLayouts/slideLayout21.xml" Id="Re184094d03cd4df1" /><Relationship Type="http://schemas.openxmlformats.org/officeDocument/2006/relationships/slideLayout" Target="/ppt/slideLayouts/slideLayout22.xml" Id="Rf2fbbfee01194572" /><Relationship Type="http://schemas.openxmlformats.org/officeDocument/2006/relationships/slideLayout" Target="/ppt/slideLayouts/slideLayout23.xml" Id="Rfba36059bf7d48cb" /><Relationship Type="http://schemas.openxmlformats.org/officeDocument/2006/relationships/slideLayout" Target="/ppt/slideLayouts/slideLayout24.xml" Id="Rcfbe7e498b034d84" /><Relationship Type="http://schemas.openxmlformats.org/officeDocument/2006/relationships/slideLayout" Target="/ppt/slideLayouts/slideLayout25.xml" Id="R2d3fe9a676554d4e" /><Relationship Type="http://schemas.openxmlformats.org/officeDocument/2006/relationships/slideLayout" Target="/ppt/slideLayouts/slideLayout26.xml" Id="R24b7c723442d4164" /><Relationship Type="http://schemas.openxmlformats.org/officeDocument/2006/relationships/slideLayout" Target="/ppt/slideLayouts/slideLayout27.xml" Id="Rb4dafc4cec1f4dc5" /><Relationship Type="http://schemas.openxmlformats.org/officeDocument/2006/relationships/slideLayout" Target="/ppt/slideLayouts/slideLayout28.xml" Id="R572e5fb2a170404b" /><Relationship Type="http://schemas.openxmlformats.org/officeDocument/2006/relationships/slideLayout" Target="/ppt/slideLayouts/slideLayout29.xml" Id="Rccf0764c961f42a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153ddf062421e"/>
    <p:sldLayoutId xmlns:r="http://schemas.openxmlformats.org/officeDocument/2006/relationships" id="2147483650" r:id="R9f484986a0864457"/>
    <p:sldLayoutId xmlns:r="http://schemas.openxmlformats.org/officeDocument/2006/relationships" id="2147483651" r:id="Raa4d402005394685"/>
    <p:sldLayoutId xmlns:r="http://schemas.openxmlformats.org/officeDocument/2006/relationships" id="2147483652" r:id="R69649a2495e04947"/>
    <p:sldLayoutId xmlns:r="http://schemas.openxmlformats.org/officeDocument/2006/relationships" id="2147483653" r:id="Re51910708bcb4d8f"/>
    <p:sldLayoutId xmlns:r="http://schemas.openxmlformats.org/officeDocument/2006/relationships" id="2147483654" r:id="R64ad6c263a55484c"/>
    <p:sldLayoutId xmlns:r="http://schemas.openxmlformats.org/officeDocument/2006/relationships" id="2147483655" r:id="R8606076de81d469c"/>
    <p:sldLayoutId xmlns:r="http://schemas.openxmlformats.org/officeDocument/2006/relationships" id="2147483656" r:id="R95e32c5771a44b07"/>
    <p:sldLayoutId xmlns:r="http://schemas.openxmlformats.org/officeDocument/2006/relationships" id="2147483657" r:id="R60afe603c2f64030"/>
    <p:sldLayoutId xmlns:r="http://schemas.openxmlformats.org/officeDocument/2006/relationships" id="2147483658" r:id="R5de25d314c02446f"/>
    <p:sldLayoutId xmlns:r="http://schemas.openxmlformats.org/officeDocument/2006/relationships" id="2147483659" r:id="Rcc75a67eb2cd497c"/>
    <p:sldLayoutId xmlns:r="http://schemas.openxmlformats.org/officeDocument/2006/relationships" id="2147483660" r:id="R2ed9c42dfc6c44f2"/>
    <p:sldLayoutId xmlns:r="http://schemas.openxmlformats.org/officeDocument/2006/relationships" id="2147483661" r:id="Re74d9706a9214a84"/>
    <p:sldLayoutId xmlns:r="http://schemas.openxmlformats.org/officeDocument/2006/relationships" id="2147483662" r:id="Rda1e7007e997444f"/>
    <p:sldLayoutId xmlns:r="http://schemas.openxmlformats.org/officeDocument/2006/relationships" id="2147483663" r:id="Rd0939b770cde452c"/>
    <p:sldLayoutId xmlns:r="http://schemas.openxmlformats.org/officeDocument/2006/relationships" id="2147483664" r:id="R80aef6ef1c2a4c2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cce647b95404c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a165a6d5968847c8"/>
    <p:sldLayoutId xmlns:r="http://schemas.openxmlformats.org/officeDocument/2006/relationships" id="2147483667" r:id="Raee09530d395485c"/>
    <p:sldLayoutId xmlns:r="http://schemas.openxmlformats.org/officeDocument/2006/relationships" id="2147483668" r:id="Re9030f9c25684cf5"/>
    <p:sldLayoutId xmlns:r="http://schemas.openxmlformats.org/officeDocument/2006/relationships" id="2147483669" r:id="R80c67ffe54154f12"/>
    <p:sldLayoutId xmlns:r="http://schemas.openxmlformats.org/officeDocument/2006/relationships" id="2147483670" r:id="Re184094d03cd4df1"/>
    <p:sldLayoutId xmlns:r="http://schemas.openxmlformats.org/officeDocument/2006/relationships" id="2147483671" r:id="Rf2fbbfee01194572"/>
    <p:sldLayoutId xmlns:r="http://schemas.openxmlformats.org/officeDocument/2006/relationships" id="2147483672" r:id="Rfba36059bf7d48cb"/>
    <p:sldLayoutId xmlns:r="http://schemas.openxmlformats.org/officeDocument/2006/relationships" id="2147483673" r:id="Rcfbe7e498b034d84"/>
    <p:sldLayoutId xmlns:r="http://schemas.openxmlformats.org/officeDocument/2006/relationships" id="2147483674" r:id="R2d3fe9a676554d4e"/>
    <p:sldLayoutId xmlns:r="http://schemas.openxmlformats.org/officeDocument/2006/relationships" id="2147483675" r:id="R24b7c723442d4164"/>
    <p:sldLayoutId xmlns:r="http://schemas.openxmlformats.org/officeDocument/2006/relationships" id="2147483676" r:id="Rb4dafc4cec1f4dc5"/>
    <p:sldLayoutId xmlns:r="http://schemas.openxmlformats.org/officeDocument/2006/relationships" id="2147483677" r:id="R572e5fb2a170404b"/>
    <p:sldLayoutId xmlns:r="http://schemas.openxmlformats.org/officeDocument/2006/relationships" id="2147483678" r:id="Rccf0764c961f42a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0b7b3f428794787" /><Relationship Type="http://schemas.openxmlformats.org/officeDocument/2006/relationships/notesSlide" Target="/ppt/notesSlides/notesSlide1.xml" Id="R87f98677822e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4ee4ae7cb904ccb" /><Relationship Type="http://schemas.openxmlformats.org/officeDocument/2006/relationships/notesSlide" Target="/ppt/notesSlides/notesSlide2.xml" Id="R27937b55613c4b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5ff528c614e4426" /><Relationship Type="http://schemas.openxmlformats.org/officeDocument/2006/relationships/notesSlide" Target="/ppt/notesSlides/notesSlide3.xml" Id="R039abd9881a8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3e6569832bb4891" /><Relationship Type="http://schemas.openxmlformats.org/officeDocument/2006/relationships/notesSlide" Target="/ppt/notesSlides/notesSlide4.xml" Id="R873c8963688040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374f34290bf4bbb" /><Relationship Type="http://schemas.openxmlformats.org/officeDocument/2006/relationships/notesSlide" Target="/ppt/notesSlides/notesSlide5.xml" Id="Rdf79f4a324e044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8cda3727c57481c" /><Relationship Type="http://schemas.openxmlformats.org/officeDocument/2006/relationships/notesSlide" Target="/ppt/notesSlides/notesSlide6.xml" Id="Rabf824c4c2e94c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0a5d7b4733548c1" /><Relationship Type="http://schemas.openxmlformats.org/officeDocument/2006/relationships/notesSlide" Target="/ppt/notesSlides/notesSlide7.xml" Id="R8f9ff9d3996443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oneDAL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API paths, computation modes, tables, parity, and conversion cost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5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oneDAL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the right integration path</a:t>
            </a:r>
            <a:r>
              <a:rPr sz="1913">
                <a:solidFill>
                  <a:srgbClr val="000000"/>
                </a:solidFill>
              </a:rPr>
              <a:t> — Minimal-change sklearn acceleration and native oneAPI C++ solve different user needs.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Protect data semantics</a:t>
            </a:r>
            <a:r>
              <a:rPr sz="1913">
                <a:solidFill>
                  <a:srgbClr val="000000"/>
                </a:solidFill>
              </a:rPr>
              <a:t> — Row/column orientation, sparse/dense layout, preprocessing, seeds, and metrics are observable behavior.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modes for workloads — not marketing</a:t>
            </a:r>
            <a:r>
              <a:rPr sz="1913">
                <a:solidFill>
                  <a:srgbClr val="000000"/>
                </a:solidFill>
              </a:rPr>
              <a:t> — Batch, online, and distributed choices follow data arrival, memory, and real rank topology.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Measure the whole path</a:t>
            </a:r>
            <a:r>
              <a:rPr sz="1913">
                <a:solidFill>
                  <a:srgbClr val="000000"/>
                </a:solidFill>
              </a:rPr>
              <a:t> — Conversion and Python boundary costs remain in scope before any acceleration claim.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sklearn extension, native C++, or DAAL maintenance</a:t>
            </a:r>
            <a:r>
              <a:rPr sz="1913">
                <a:solidFill>
                  <a:srgbClr val="000000"/>
                </a:solidFill>
              </a:rPr>
              <a:t> — The answer depends on change tolerance, queue control, language, and legacy context.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Define the analytics contract</a:t>
            </a:r>
            <a:r>
              <a:rPr sz="1913">
                <a:solidFill>
                  <a:srgbClr val="000000"/>
                </a:solidFill>
              </a:rPr>
              <a:t> — Preprocessing, split, parameters, seeds, outputs, metric, and tolerance.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Map tables deliberately</a:t>
            </a:r>
            <a:r>
              <a:rPr sz="1913">
                <a:solidFill>
                  <a:srgbClr val="000000"/>
                </a:solidFill>
              </a:rPr>
              <a:t> — Use rectangular fixtures to expose orientation bugs that square data can hide.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each computation mode</a:t>
            </a:r>
            <a:r>
              <a:rPr sz="1913">
                <a:solidFill>
                  <a:srgbClr val="000000"/>
                </a:solidFill>
              </a:rPr>
              <a:t> — Chunk coverage and finalization for online; partitions, rank participation, and merge for distributed.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Benchmark only after parity</a:t>
            </a:r>
            <a:r>
              <a:rPr sz="1913">
                <a:solidFill>
                  <a:srgbClr val="000000"/>
                </a:solidFill>
              </a:rPr>
              <a:t> — Include conversion, communication, synchronization, and environment.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1 honest gap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sklearn-or-native KMeans; table orientation regression; batch/online/distributed choice; conversion-cost benchmark; Extra Trees random split.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The Extra Trees task is sourced from a maintainer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An authentic unavailable-GPU-path case on a declared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The suite checks path selection, semantics, and evidence discipline — not every algorithm/device combination.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Project docs, examples, release state, algorithm/API guidance,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High-cost failure boundaries</a:t>
            </a:r>
            <a:r>
              <a:rPr sz="1913">
                <a:solidFill>
                  <a:srgbClr val="000000"/>
                </a:solidFill>
              </a:rPr>
              <a:t> — Wrong API path, transposed tables, unsuitable computation mode, quality drift, and hidden conversion cost.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Project-level truth</a:t>
            </a:r>
            <a:r>
              <a:rPr sz="1913">
                <a:solidFill>
                  <a:srgbClr val="000000"/>
                </a:solidFill>
              </a:rPr>
              <a:t> — Exact algorithm/interface/version/device availability must be checked rather than copied into a static matrix.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Measured restraint</a:t>
            </a:r>
            <a:r>
              <a:rPr sz="1913">
                <a:solidFill>
                  <a:srgbClr val="000000"/>
                </a:solidFill>
              </a:rPr>
              <a:t> — A tiny-corpus agentic prototype was kept as a no-go result, not promoted as a speedup.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scope and migration nuance</a:t>
            </a:r>
            <a:r>
              <a:rPr sz="1913">
                <a:solidFill>
                  <a:srgbClr val="000000"/>
                </a:solidFill>
              </a:rPr>
              <a:t> — Especially sklearn/native boundaries, oneAPI versus DAAL, and mode availability.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parity language</a:t>
            </a:r>
            <a:r>
              <a:rPr sz="1913">
                <a:solidFill>
                  <a:srgbClr val="000000"/>
                </a:solidFill>
              </a:rPr>
              <a:t> — Which outputs require exact, tolerance-based, or metric-based comparison?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Nominate real failures</a:t>
            </a:r>
            <a:r>
              <a:rPr sz="1913">
                <a:solidFill>
                  <a:srgbClr val="000000"/>
                </a:solidFill>
              </a:rPr>
              <a:t> — Prefer authentic algorithm, table, or device incidents over synthetic coverage.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evaluator policy, tasks, dashboards, hosted CI, and specialized runner contracts.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path-selection guidance</a:t>
            </a:r>
            <a:r>
              <a:rPr sz="1913">
                <a:solidFill>
                  <a:srgbClr val="000000"/>
                </a:solidFill>
              </a:rPr>
              <a:t> — When should an agent recommend sklearn acceleration, native C++, or legacy DAAL maintenance?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Check mode and table gotchas</a:t>
            </a:r>
            <a:r>
              <a:rPr sz="1913">
                <a:solidFill>
                  <a:srgbClr val="000000"/>
                </a:solidFill>
              </a:rPr>
              <a:t> — Correct one overstatement and add one missing real-world failure.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remove; nominate a credible unavailable-GPU case.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person or team for release-time or quarterly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with the workload, API path, data contract, parity method, and benchmark scope already clear.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2026-08-28T18:49:04.6280000Z</dcterms:created>
  <dcterms:modified xsi:type="dcterms:W3CDTF">2026-08-28T18:49:04.6280000Z</dcterms:modified>
</coreProperties>
</file>