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8f37b434014061" /><Relationship Type="http://schemas.openxmlformats.org/officeDocument/2006/relationships/extended-properties" Target="/docProps/app.xml" Id="R426b0c9effef444f" /><Relationship Type="http://schemas.openxmlformats.org/officeDocument/2006/relationships/officeDocument" Target="/ppt/presentation.xml" Id="R0d30a636ba8c4d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d78cdf0b084223"/>
    <p:sldMasterId xmlns:r="http://schemas.openxmlformats.org/officeDocument/2006/relationships" id="2147483665" r:id="Raf3a7fa7dff940cc"/>
  </p:sldMasterIdLst>
  <p:notesMasterIdLst>
    <p:notesMasterId xmlns:r="http://schemas.openxmlformats.org/officeDocument/2006/relationships" r:id="R5bbecc07715b4b44"/>
  </p:notesMasterIdLst>
  <p:sldIdLst>
    <p:sldId xmlns:r="http://schemas.openxmlformats.org/officeDocument/2006/relationships" id="256" r:id="Rcacf2e2026464260"/>
    <p:sldId xmlns:r="http://schemas.openxmlformats.org/officeDocument/2006/relationships" id="257" r:id="R9704473cc5954c6e"/>
    <p:sldId xmlns:r="http://schemas.openxmlformats.org/officeDocument/2006/relationships" id="258" r:id="R57e6a77c3950482f"/>
    <p:sldId xmlns:r="http://schemas.openxmlformats.org/officeDocument/2006/relationships" id="259" r:id="R14b1224b02574c22"/>
    <p:sldId xmlns:r="http://schemas.openxmlformats.org/officeDocument/2006/relationships" id="260" r:id="R6483b393f8e0438e"/>
    <p:sldId xmlns:r="http://schemas.openxmlformats.org/officeDocument/2006/relationships" id="261" r:id="Rb0ab753a4be14b37"/>
    <p:sldId xmlns:r="http://schemas.openxmlformats.org/officeDocument/2006/relationships" id="262" r:id="R555eca6cf5c94050"/>
    <p:sldId xmlns:r="http://schemas.openxmlformats.org/officeDocument/2006/relationships" id="263" r:id="R6eb23a93b67545d9"/>
    <p:sldId xmlns:r="http://schemas.openxmlformats.org/officeDocument/2006/relationships" id="264" r:id="R93bcd91ecac34957"/>
    <p:sldId xmlns:r="http://schemas.openxmlformats.org/officeDocument/2006/relationships" id="265" r:id="R2d56fa98c36b4b0a"/>
    <p:sldId xmlns:r="http://schemas.openxmlformats.org/officeDocument/2006/relationships" id="266" r:id="Rdb49791dce074bc5"/>
    <p:sldId xmlns:r="http://schemas.openxmlformats.org/officeDocument/2006/relationships" id="267" r:id="R1bd0eda18d7c4469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2c86c4ef954787" /><Relationship Type="http://schemas.openxmlformats.org/officeDocument/2006/relationships/slideMaster" Target="/ppt/slideMasters/slideMaster1.xml" Id="R1bd78cdf0b084223" /><Relationship Type="http://schemas.openxmlformats.org/officeDocument/2006/relationships/slideMaster" Target="/ppt/slideMasters/slideMaster2.xml" Id="Raf3a7fa7dff940cc" /><Relationship Type="http://schemas.openxmlformats.org/officeDocument/2006/relationships/notesMaster" Target="/ppt/notesMasters/notesMaster1.xml" Id="R5bbecc07715b4b44" /><Relationship Type="http://schemas.openxmlformats.org/officeDocument/2006/relationships/presProps" Target="/ppt/presProps.xml" Id="R267d021697ee4b37" /><Relationship Type="http://schemas.openxmlformats.org/officeDocument/2006/relationships/viewProps" Target="/ppt/viewProps.xml" Id="R6189a89d00494a42" /><Relationship Type="http://schemas.openxmlformats.org/officeDocument/2006/relationships/tableStyles" Target="/ppt/tableStyles.xml" Id="R4f81bf36a0254d6d" /><Relationship Type="http://schemas.microsoft.com/office/2018/10/relationships/authors" Target="/ppt/authors.xml" Id="R7c1e12b2c11e4bbf" /><Relationship Type="http://schemas.openxmlformats.org/officeDocument/2006/relationships/slide" Target="/ppt/slides/slide1.xml" Id="Rcacf2e2026464260" /><Relationship Type="http://schemas.openxmlformats.org/officeDocument/2006/relationships/slide" Target="/ppt/slides/slide2.xml" Id="R9704473cc5954c6e" /><Relationship Type="http://schemas.openxmlformats.org/officeDocument/2006/relationships/slide" Target="/ppt/slides/slide3.xml" Id="R57e6a77c3950482f" /><Relationship Type="http://schemas.openxmlformats.org/officeDocument/2006/relationships/slide" Target="/ppt/slides/slide4.xml" Id="R14b1224b02574c22" /><Relationship Type="http://schemas.openxmlformats.org/officeDocument/2006/relationships/slide" Target="/ppt/slides/slide5.xml" Id="R6483b393f8e0438e" /><Relationship Type="http://schemas.openxmlformats.org/officeDocument/2006/relationships/slide" Target="/ppt/slides/slide6.xml" Id="Rb0ab753a4be14b37" /><Relationship Type="http://schemas.openxmlformats.org/officeDocument/2006/relationships/slide" Target="/ppt/slides/slide7.xml" Id="R555eca6cf5c94050" /><Relationship Type="http://schemas.openxmlformats.org/officeDocument/2006/relationships/slide" Target="/ppt/slides/slide8.xml" Id="R6eb23a93b67545d9" /><Relationship Type="http://schemas.openxmlformats.org/officeDocument/2006/relationships/slide" Target="/ppt/slides/slide9.xml" Id="R93bcd91ecac34957" /><Relationship Type="http://schemas.openxmlformats.org/officeDocument/2006/relationships/slide" Target="/ppt/slides/slide10.xml" Id="R2d56fa98c36b4b0a" /><Relationship Type="http://schemas.openxmlformats.org/officeDocument/2006/relationships/slide" Target="/ppt/slides/slide11.xml" Id="Rdb49791dce074bc5" /><Relationship Type="http://schemas.openxmlformats.org/officeDocument/2006/relationships/slide" Target="/ppt/slides/slide12.xml" Id="R1bd0eda18d7c44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37bd4fd67ad47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ecf3db70054284" /><Relationship Type="http://schemas.openxmlformats.org/officeDocument/2006/relationships/notesMaster" Target="/ppt/notesMasters/notesMaster1.xml" Id="R537c468b38ce47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d3b9de7a1443ce" /><Relationship Type="http://schemas.openxmlformats.org/officeDocument/2006/relationships/notesMaster" Target="/ppt/notesMasters/notesMaster1.xml" Id="R87cf1b5c68ea49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69fb5c26ca447a" /><Relationship Type="http://schemas.openxmlformats.org/officeDocument/2006/relationships/notesMaster" Target="/ppt/notesMasters/notesMaster1.xml" Id="R2b7fcac59a674b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285b90004f4a00" /><Relationship Type="http://schemas.openxmlformats.org/officeDocument/2006/relationships/notesMaster" Target="/ppt/notesMasters/notesMaster1.xml" Id="R5a95922167cf44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528a1e976c4f55" /><Relationship Type="http://schemas.openxmlformats.org/officeDocument/2006/relationships/notesMaster" Target="/ppt/notesMasters/notesMaster1.xml" Id="Rc927181505644b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fb60ee892a4a4d" /><Relationship Type="http://schemas.openxmlformats.org/officeDocument/2006/relationships/notesMaster" Target="/ppt/notesMasters/notesMaster1.xml" Id="R6a6ccf2538d04e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3d99601b154f5d" /><Relationship Type="http://schemas.openxmlformats.org/officeDocument/2006/relationships/notesMaster" Target="/ppt/notesMasters/notesMaster1.xml" Id="Rb3adf9911ebe45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70d14904a64e24" /><Relationship Type="http://schemas.openxmlformats.org/officeDocument/2006/relationships/notesMaster" Target="/ppt/notesMasters/notesMaster1.xml" Id="R62e8e9d162834c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86467e2cb44337" /><Relationship Type="http://schemas.openxmlformats.org/officeDocument/2006/relationships/notesMaster" Target="/ppt/notesMasters/notesMaster1.xml" Id="Rc1fb2ee44a654e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5a646e3b8446e9" /><Relationship Type="http://schemas.openxmlformats.org/officeDocument/2006/relationships/notesMaster" Target="/ppt/notesMasters/notesMaster1.xml" Id="R8a1d004e7a9e4e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afe439208b4a0d" /><Relationship Type="http://schemas.openxmlformats.org/officeDocument/2006/relationships/notesMaster" Target="/ppt/notesMasters/notesMaster1.xml" Id="R26d776a5044a45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3964e8cf2c48e3" /><Relationship Type="http://schemas.openxmlformats.org/officeDocument/2006/relationships/notesMaster" Target="/ppt/notesMasters/notesMaster1.xml" Id="R2ab211a18abd43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https://github.com/uxlfoundation/skills/blob/main/docs/self-hosted-runners.md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https://github.com/uxlfoundation/skills/tree/main/evaluation/runner-control-repo-template</a:t>
            </a:r>
          </a:p>
          <a:p xmlns:a="http://schemas.openxmlformats.org/drawingml/2006/main">
            <a:r>
              <a:t>- https://github.com/uxlfoundation/skills/tree/main/scripts/runner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https://github.com/uxlfoundation/skills/blob/main/.github/workflows/harbor-hardware.yml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Add a Specialized Evaluation Target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https://github.com/uxlfoundation/skills/blob/main/docs/self-hosted-runners.md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https://github.com/uxlfoundation/skills/tree/main/evaluation/runner-control-repo-template</a:t>
            </a:r>
          </a:p>
          <a:p xmlns:a="http://schemas.openxmlformats.org/drawingml/2006/main">
            <a:r>
              <a:t>- https://github.com/uxlfoundation/skills/tree/main/scripts/runner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https://github.com/uxlfoundation/skills/blob/main/.github/workflows/harbor-hardware.yml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A target adapter has five parts — and one shared evidence contract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https://github.com/uxlfoundation/skills/blob/main/docs/self-hosted-runners.md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https://github.com/uxlfoundation/skills/tree/main/evaluation/runner-control-repo-template</a:t>
            </a:r>
          </a:p>
          <a:p xmlns:a="http://schemas.openxmlformats.org/drawingml/2006/main">
            <a:r>
              <a:t>- https://github.com/uxlfoundation/skills/tree/main/scripts/runner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https://github.com/uxlfoundation/skills/blob/main/.github/workflows/harbor-hardware.yml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1. Write the capability contract before touching the runner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https://github.com/uxlfoundation/skills/blob/main/docs/self-hosted-runners.md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https://github.com/uxlfoundation/skills/tree/main/evaluation/runner-control-repo-template</a:t>
            </a:r>
          </a:p>
          <a:p xmlns:a="http://schemas.openxmlformats.org/drawingml/2006/main">
            <a:r>
              <a:t>- https://github.com/uxlfoundation/skills/tree/main/scripts/runner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https://github.com/uxlfoundation/skills/blob/main/.github/workflows/harbor-hardware.yml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2. Add four public, reviewable pieces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https://github.com/uxlfoundation/skills/blob/main/docs/self-hosted-runners.md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https://github.com/uxlfoundation/skills/tree/main/evaluation/runner-control-repo-template</a:t>
            </a:r>
          </a:p>
          <a:p xmlns:a="http://schemas.openxmlformats.org/drawingml/2006/main">
            <a:r>
              <a:t>- https://github.com/uxlfoundation/skills/tree/main/scripts/runner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https://github.com/uxlfoundation/skills/blob/main/.github/workflows/harbor-hardware.yml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3. Make the oracle prove the real execution 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https://github.com/uxlfoundation/skills/blob/main/docs/self-hosted-runners.md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https://github.com/uxlfoundation/skills/tree/main/evaluation/runner-control-repo-template</a:t>
            </a:r>
          </a:p>
          <a:p xmlns:a="http://schemas.openxmlformats.org/drawingml/2006/main">
            <a:r>
              <a:t>- https://github.com/uxlfoundation/skills/tree/main/scripts/runner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https://github.com/uxlfoundation/skills/blob/main/.github/workflows/harbor-hardware.yml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4. Keep dispatch in a small private control 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https://github.com/uxlfoundation/skills/blob/main/docs/self-hosted-runners.md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https://github.com/uxlfoundation/skills/tree/main/evaluation/runner-control-repo-template</a:t>
            </a:r>
          </a:p>
          <a:p xmlns:a="http://schemas.openxmlformats.org/drawingml/2006/main">
            <a:r>
              <a:t>- https://github.com/uxlfoundation/skills/tree/main/scripts/runner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https://github.com/uxlfoundation/skills/blob/main/.github/workflows/harbor-hardware.yml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5. Prepare the machine, then register one ephemeral job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https://github.com/uxlfoundation/skills/blob/main/docs/self-hosted-runners.md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https://github.com/uxlfoundation/skills/tree/main/evaluation/runner-control-repo-template</a:t>
            </a:r>
          </a:p>
          <a:p xmlns:a="http://schemas.openxmlformats.org/drawingml/2006/main">
            <a:r>
              <a:t>- https://github.com/uxlfoundation/skills/tree/main/scripts/runner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https://github.com/uxlfoundation/skills/blob/main/.github/workflows/harbor-hardware.yml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6. Dispatch a reviewed commit and require the oracle gate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https://github.com/uxlfoundation/skills/blob/main/docs/self-hosted-runners.md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https://github.com/uxlfoundation/skills/tree/main/evaluation/runner-control-repo-template</a:t>
            </a:r>
          </a:p>
          <a:p xmlns:a="http://schemas.openxmlformats.org/drawingml/2006/main">
            <a:r>
              <a:t>- https://github.com/uxlfoundation/skills/tree/main/scripts/runner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https://github.com/uxlfoundation/skills/blob/main/.github/workflows/harbor-hardware.yml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The operator runs one short, reviewable sequence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https://github.com/uxlfoundation/skills/blob/main/docs/self-hosted-runners.md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https://github.com/uxlfoundation/skills/tree/main/evaluation/runner-control-repo-template</a:t>
            </a:r>
          </a:p>
          <a:p xmlns:a="http://schemas.openxmlformats.org/drawingml/2006/main">
            <a:r>
              <a:t>- https://github.com/uxlfoundation/skills/tree/main/scripts/runner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https://github.com/uxlfoundation/skills/blob/main/.github/workflows/harbor-hardware.yml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7. Import the result and inspect it like any hosted run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https://github.com/uxlfoundation/skills/blob/main/docs/self-hosted-runners.md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https://github.com/uxlfoundation/skills/tree/main/evaluation/runner-control-repo-template</a:t>
            </a:r>
          </a:p>
          <a:p xmlns:a="http://schemas.openxmlformats.org/drawingml/2006/main">
            <a:r>
              <a:t>- https://github.com/uxlfoundation/skills/tree/main/scripts/runner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https://github.com/uxlfoundation/skills/blob/main/.github/workflows/harbor-hardware.yml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8. Add model trials only after the oracle and task headroom exist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https://github.com/uxlfoundation/skills/blob/main/docs/self-hosted-runners.md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https://github.com/uxlfoundation/skills/tree/main/evaluation/runner-control-repo-template</a:t>
            </a:r>
          </a:p>
          <a:p xmlns:a="http://schemas.openxmlformats.org/drawingml/2006/main">
            <a:r>
              <a:t>- https://github.com/uxlfoundation/skills/tree/main/scripts/runner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https://github.com/uxlfoundation/skills/blob/main/.github/workflows/harbor-hardware.yml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Definition of done: a qualified lane, not a trusted black box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6bb61b2634669" /><Relationship Type="http://schemas.openxmlformats.org/officeDocument/2006/relationships/image" Target="/ppt/media/image2.png" Id="R031b18794e8a44dd" /><Relationship Type="http://schemas.openxmlformats.org/officeDocument/2006/relationships/image" Target="/ppt/media/image3.png" Id="Rc5daa5d673594a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d494bf94dc46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9b2e3635a347ec" /><Relationship Type="http://schemas.openxmlformats.org/officeDocument/2006/relationships/image" Target="/ppt/media/image4.png" Id="R65394b3f86d1445c" /><Relationship Type="http://schemas.openxmlformats.org/officeDocument/2006/relationships/image" Target="/ppt/media/image.png" Id="R09e959dacd3d40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ab2667b8b459f" /><Relationship Type="http://schemas.openxmlformats.org/officeDocument/2006/relationships/image" Target="/ppt/media/image5.png" Id="Ra3d6ee56fbeb4ff4" /><Relationship Type="http://schemas.openxmlformats.org/officeDocument/2006/relationships/image" Target="/ppt/media/image.png" Id="R2b2e847728a241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840c8b3cb43f9" /><Relationship Type="http://schemas.openxmlformats.org/officeDocument/2006/relationships/image" Target="/ppt/media/image6.png" Id="R74dbb98d2a59468d" /><Relationship Type="http://schemas.openxmlformats.org/officeDocument/2006/relationships/image" Target="/ppt/media/image.png" Id="R14ff57e403ca44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19db5dcad407c" /><Relationship Type="http://schemas.openxmlformats.org/officeDocument/2006/relationships/image" Target="/ppt/media/image3.png" Id="R4ecbd9c93ae7468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f9256f5c2a4590" /><Relationship Type="http://schemas.openxmlformats.org/officeDocument/2006/relationships/image" Target="/ppt/media/image7.png" Id="Rb56586552e9843bd" /><Relationship Type="http://schemas.openxmlformats.org/officeDocument/2006/relationships/image" Target="/ppt/media/image8.png" Id="R5cbb631d667945a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1aca58eb0649ca" /><Relationship Type="http://schemas.openxmlformats.org/officeDocument/2006/relationships/image" Target="/ppt/media/image9.png" Id="R2b6692294b314d31" /><Relationship Type="http://schemas.openxmlformats.org/officeDocument/2006/relationships/image" Target="/ppt/media/image3.png" Id="Ra0371456385e4fb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afb73c7e5043c9" /><Relationship Type="http://schemas.openxmlformats.org/officeDocument/2006/relationships/image" Target="/ppt/media/image10.png" Id="Rd43d053590d04fb0" /><Relationship Type="http://schemas.openxmlformats.org/officeDocument/2006/relationships/image" Target="/ppt/media/image.png" Id="Rda47afc38b744f5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af2c981834336" /><Relationship Type="http://schemas.openxmlformats.org/officeDocument/2006/relationships/image" Target="/ppt/media/image11.png" Id="Ra975a8dff0a841a1" /><Relationship Type="http://schemas.openxmlformats.org/officeDocument/2006/relationships/image" Target="/ppt/media/image3.png" Id="Rf79b7f8d37a74e4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038d1f08f4517" /><Relationship Type="http://schemas.openxmlformats.org/officeDocument/2006/relationships/image" Target="/ppt/media/image3.png" Id="R290f57d6dea047f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48cc26aa34c9d" /><Relationship Type="http://schemas.openxmlformats.org/officeDocument/2006/relationships/image" Target="/ppt/media/image12.png" Id="Rf65d2d9fd7f74659" /><Relationship Type="http://schemas.openxmlformats.org/officeDocument/2006/relationships/image" Target="/ppt/media/image.png" Id="Ra11014436363423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a412ad8fcf412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5e18c3a5554db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f49a4fd4d4f2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13bce19b34c4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384b294dc9440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efa7f59a3b42a6" /><Relationship Type="http://schemas.openxmlformats.org/officeDocument/2006/relationships/image" Target="/ppt/media/image8.png" Id="R11f2b5a2820f4d8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727bd227b094dea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8c7a415df54b0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93b573c61d948f7" /><Relationship Type="http://schemas.openxmlformats.org/officeDocument/2006/relationships/image" Target="/ppt/media/image13.png" Id="Rd7577b33aa7d4ff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749abc8b3fd4f37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57f943f3b24ff5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fb2b1cc01a4f62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8f0cd5a283444a2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a8c5a072ed412e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61188b13e44390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b530a6dab0402f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5fbcf24e1048e5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031b18794e8a44d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daa5d673594ae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65394b3f86d1445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e959dacd3d409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a3d6ee56fbeb4ff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2e847728a241e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74dbb98d2a59468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ff57e403ca44a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cbd9c93ae7468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b56586552e9843b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bb631d667945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2b6692294b314d3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371456385e4fb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d43d053590d04fb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47afc38b744f5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a975a8dff0a841a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9b7f8d37a74e4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0f57d6dea047f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f65d2d9fd7f7465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11014436363423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0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f2b5a2820f4d8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577b33aa7d4ff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98388323ea4cb6" /><Relationship Type="http://schemas.openxmlformats.org/officeDocument/2006/relationships/slideLayout" Target="/ppt/slideLayouts/slideLayout1.xml" Id="R619f1e9593454afc" /><Relationship Type="http://schemas.openxmlformats.org/officeDocument/2006/relationships/slideLayout" Target="/ppt/slideLayouts/slideLayout2.xml" Id="R07bdbc4f36454e01" /><Relationship Type="http://schemas.openxmlformats.org/officeDocument/2006/relationships/slideLayout" Target="/ppt/slideLayouts/slideLayout3.xml" Id="Rcd3df802925144fb" /><Relationship Type="http://schemas.openxmlformats.org/officeDocument/2006/relationships/slideLayout" Target="/ppt/slideLayouts/slideLayout4.xml" Id="Re69735847ce84e43" /><Relationship Type="http://schemas.openxmlformats.org/officeDocument/2006/relationships/slideLayout" Target="/ppt/slideLayouts/slideLayout5.xml" Id="R2daf3d0d74de4f54" /><Relationship Type="http://schemas.openxmlformats.org/officeDocument/2006/relationships/slideLayout" Target="/ppt/slideLayouts/slideLayout6.xml" Id="R5def2c53d4004148" /><Relationship Type="http://schemas.openxmlformats.org/officeDocument/2006/relationships/slideLayout" Target="/ppt/slideLayouts/slideLayout7.xml" Id="R3e5bb3b20fd34ac9" /><Relationship Type="http://schemas.openxmlformats.org/officeDocument/2006/relationships/slideLayout" Target="/ppt/slideLayouts/slideLayout8.xml" Id="R771964dca1514fcf" /><Relationship Type="http://schemas.openxmlformats.org/officeDocument/2006/relationships/slideLayout" Target="/ppt/slideLayouts/slideLayout9.xml" Id="Re26dacc7f5604b07" /><Relationship Type="http://schemas.openxmlformats.org/officeDocument/2006/relationships/slideLayout" Target="/ppt/slideLayouts/slideLayout10.xml" Id="R4f25dccb236d4932" /><Relationship Type="http://schemas.openxmlformats.org/officeDocument/2006/relationships/slideLayout" Target="/ppt/slideLayouts/slideLayout11.xml" Id="R6f9059d7c477410d" /><Relationship Type="http://schemas.openxmlformats.org/officeDocument/2006/relationships/slideLayout" Target="/ppt/slideLayouts/slideLayout12.xml" Id="R0e0e7f937a284e03" /><Relationship Type="http://schemas.openxmlformats.org/officeDocument/2006/relationships/slideLayout" Target="/ppt/slideLayouts/slideLayout13.xml" Id="Rc5ec0cad85ca40fa" /><Relationship Type="http://schemas.openxmlformats.org/officeDocument/2006/relationships/slideLayout" Target="/ppt/slideLayouts/slideLayout14.xml" Id="R3cfaa70b13204839" /><Relationship Type="http://schemas.openxmlformats.org/officeDocument/2006/relationships/slideLayout" Target="/ppt/slideLayouts/slideLayout15.xml" Id="R27e384fa515a4ae6" /><Relationship Type="http://schemas.openxmlformats.org/officeDocument/2006/relationships/slideLayout" Target="/ppt/slideLayouts/slideLayout16.xml" Id="Rb47385dd3f3d47a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cf1a3ad4b6e54bc6" /><Relationship Type="http://schemas.openxmlformats.org/officeDocument/2006/relationships/theme" Target="/ppt/slideMasters/theme/theme3.xml" Id="Rcc5eb9ee3b164e70" /><Relationship Type="http://schemas.openxmlformats.org/officeDocument/2006/relationships/slideLayout" Target="/ppt/slideLayouts/slideLayout17.xml" Id="R30fc60c25ec843aa" /><Relationship Type="http://schemas.openxmlformats.org/officeDocument/2006/relationships/slideLayout" Target="/ppt/slideLayouts/slideLayout18.xml" Id="R43ac17db89ee4ff1" /><Relationship Type="http://schemas.openxmlformats.org/officeDocument/2006/relationships/slideLayout" Target="/ppt/slideLayouts/slideLayout19.xml" Id="Rdd1c2e3543a445b2" /><Relationship Type="http://schemas.openxmlformats.org/officeDocument/2006/relationships/slideLayout" Target="/ppt/slideLayouts/slideLayout20.xml" Id="Rf6d5dcb0b36a4b86" /><Relationship Type="http://schemas.openxmlformats.org/officeDocument/2006/relationships/slideLayout" Target="/ppt/slideLayouts/slideLayout21.xml" Id="Rd70081731a014524" /><Relationship Type="http://schemas.openxmlformats.org/officeDocument/2006/relationships/slideLayout" Target="/ppt/slideLayouts/slideLayout22.xml" Id="R1320ba8e05054dda" /><Relationship Type="http://schemas.openxmlformats.org/officeDocument/2006/relationships/slideLayout" Target="/ppt/slideLayouts/slideLayout23.xml" Id="Rea079c62ad774363" /><Relationship Type="http://schemas.openxmlformats.org/officeDocument/2006/relationships/slideLayout" Target="/ppt/slideLayouts/slideLayout24.xml" Id="R1e187e30d3284366" /><Relationship Type="http://schemas.openxmlformats.org/officeDocument/2006/relationships/slideLayout" Target="/ppt/slideLayouts/slideLayout25.xml" Id="R757329bf24964656" /><Relationship Type="http://schemas.openxmlformats.org/officeDocument/2006/relationships/slideLayout" Target="/ppt/slideLayouts/slideLayout26.xml" Id="Rcc6e1e9391914cb1" /><Relationship Type="http://schemas.openxmlformats.org/officeDocument/2006/relationships/slideLayout" Target="/ppt/slideLayouts/slideLayout27.xml" Id="R4984684b5e99486d" /><Relationship Type="http://schemas.openxmlformats.org/officeDocument/2006/relationships/slideLayout" Target="/ppt/slideLayouts/slideLayout28.xml" Id="Rdebf6705a0c843d6" /><Relationship Type="http://schemas.openxmlformats.org/officeDocument/2006/relationships/slideLayout" Target="/ppt/slideLayouts/slideLayout29.xml" Id="Reb3c045c856749e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9f1e9593454afc"/>
    <p:sldLayoutId xmlns:r="http://schemas.openxmlformats.org/officeDocument/2006/relationships" id="2147483650" r:id="R07bdbc4f36454e01"/>
    <p:sldLayoutId xmlns:r="http://schemas.openxmlformats.org/officeDocument/2006/relationships" id="2147483651" r:id="Rcd3df802925144fb"/>
    <p:sldLayoutId xmlns:r="http://schemas.openxmlformats.org/officeDocument/2006/relationships" id="2147483652" r:id="Re69735847ce84e43"/>
    <p:sldLayoutId xmlns:r="http://schemas.openxmlformats.org/officeDocument/2006/relationships" id="2147483653" r:id="R2daf3d0d74de4f54"/>
    <p:sldLayoutId xmlns:r="http://schemas.openxmlformats.org/officeDocument/2006/relationships" id="2147483654" r:id="R5def2c53d4004148"/>
    <p:sldLayoutId xmlns:r="http://schemas.openxmlformats.org/officeDocument/2006/relationships" id="2147483655" r:id="R3e5bb3b20fd34ac9"/>
    <p:sldLayoutId xmlns:r="http://schemas.openxmlformats.org/officeDocument/2006/relationships" id="2147483656" r:id="R771964dca1514fcf"/>
    <p:sldLayoutId xmlns:r="http://schemas.openxmlformats.org/officeDocument/2006/relationships" id="2147483657" r:id="Re26dacc7f5604b07"/>
    <p:sldLayoutId xmlns:r="http://schemas.openxmlformats.org/officeDocument/2006/relationships" id="2147483658" r:id="R4f25dccb236d4932"/>
    <p:sldLayoutId xmlns:r="http://schemas.openxmlformats.org/officeDocument/2006/relationships" id="2147483659" r:id="R6f9059d7c477410d"/>
    <p:sldLayoutId xmlns:r="http://schemas.openxmlformats.org/officeDocument/2006/relationships" id="2147483660" r:id="R0e0e7f937a284e03"/>
    <p:sldLayoutId xmlns:r="http://schemas.openxmlformats.org/officeDocument/2006/relationships" id="2147483661" r:id="Rc5ec0cad85ca40fa"/>
    <p:sldLayoutId xmlns:r="http://schemas.openxmlformats.org/officeDocument/2006/relationships" id="2147483662" r:id="R3cfaa70b13204839"/>
    <p:sldLayoutId xmlns:r="http://schemas.openxmlformats.org/officeDocument/2006/relationships" id="2147483663" r:id="R27e384fa515a4ae6"/>
    <p:sldLayoutId xmlns:r="http://schemas.openxmlformats.org/officeDocument/2006/relationships" id="2147483664" r:id="Rb47385dd3f3d47a0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1a3ad4b6e54bc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30fc60c25ec843aa"/>
    <p:sldLayoutId xmlns:r="http://schemas.openxmlformats.org/officeDocument/2006/relationships" id="2147483667" r:id="R43ac17db89ee4ff1"/>
    <p:sldLayoutId xmlns:r="http://schemas.openxmlformats.org/officeDocument/2006/relationships" id="2147483668" r:id="Rdd1c2e3543a445b2"/>
    <p:sldLayoutId xmlns:r="http://schemas.openxmlformats.org/officeDocument/2006/relationships" id="2147483669" r:id="Rf6d5dcb0b36a4b86"/>
    <p:sldLayoutId xmlns:r="http://schemas.openxmlformats.org/officeDocument/2006/relationships" id="2147483670" r:id="Rd70081731a014524"/>
    <p:sldLayoutId xmlns:r="http://schemas.openxmlformats.org/officeDocument/2006/relationships" id="2147483671" r:id="R1320ba8e05054dda"/>
    <p:sldLayoutId xmlns:r="http://schemas.openxmlformats.org/officeDocument/2006/relationships" id="2147483672" r:id="Rea079c62ad774363"/>
    <p:sldLayoutId xmlns:r="http://schemas.openxmlformats.org/officeDocument/2006/relationships" id="2147483673" r:id="R1e187e30d3284366"/>
    <p:sldLayoutId xmlns:r="http://schemas.openxmlformats.org/officeDocument/2006/relationships" id="2147483674" r:id="R757329bf24964656"/>
    <p:sldLayoutId xmlns:r="http://schemas.openxmlformats.org/officeDocument/2006/relationships" id="2147483675" r:id="Rcc6e1e9391914cb1"/>
    <p:sldLayoutId xmlns:r="http://schemas.openxmlformats.org/officeDocument/2006/relationships" id="2147483676" r:id="R4984684b5e99486d"/>
    <p:sldLayoutId xmlns:r="http://schemas.openxmlformats.org/officeDocument/2006/relationships" id="2147483677" r:id="Rdebf6705a0c843d6"/>
    <p:sldLayoutId xmlns:r="http://schemas.openxmlformats.org/officeDocument/2006/relationships" id="2147483678" r:id="Reb3c045c856749e7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818a8bf0dff466d" /><Relationship Type="http://schemas.openxmlformats.org/officeDocument/2006/relationships/notesSlide" Target="/ppt/notesSlides/notesSlide1.xml" Id="Rfe3457dab75a47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cdf3f30dec841e3" /><Relationship Type="http://schemas.openxmlformats.org/officeDocument/2006/relationships/notesSlide" Target="/ppt/notesSlides/notesSlide2.xml" Id="R2a78a3ab80c748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fcb03ed48f2a4f61" /><Relationship Type="http://schemas.openxmlformats.org/officeDocument/2006/relationships/notesSlide" Target="/ppt/notesSlides/notesSlide3.xml" Id="R0f1755b41cb54e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3be0d4b37ab4aec" /><Relationship Type="http://schemas.openxmlformats.org/officeDocument/2006/relationships/notesSlide" Target="/ppt/notesSlides/notesSlide4.xml" Id="R37dcc55ec8b74f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9cf0a7d2a3e6454f" /><Relationship Type="http://schemas.openxmlformats.org/officeDocument/2006/relationships/notesSlide" Target="/ppt/notesSlides/notesSlide5.xml" Id="R3ba3ebeaaa964e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33a6beafc004178" /><Relationship Type="http://schemas.openxmlformats.org/officeDocument/2006/relationships/notesSlide" Target="/ppt/notesSlides/notesSlide6.xml" Id="Rf41e5e0e340446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ec2f33ec0414b84" /><Relationship Type="http://schemas.openxmlformats.org/officeDocument/2006/relationships/notesSlide" Target="/ppt/notesSlides/notesSlide7.xml" Id="R3417a01080b340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41d6890b9064af0" /><Relationship Type="http://schemas.openxmlformats.org/officeDocument/2006/relationships/notesSlide" Target="/ppt/notesSlides/notesSlide8.xml" Id="Rf21ba61880ce47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fba80d2c7414c49" /><Relationship Type="http://schemas.openxmlformats.org/officeDocument/2006/relationships/notesSlide" Target="/ppt/notesSlides/notesSlide9.xml" Id="R371444fc149443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ac07564f1564390" /><Relationship Type="http://schemas.openxmlformats.org/officeDocument/2006/relationships/notesSlide" Target="/ppt/notesSlides/notesSlide10.xml" Id="R74d2e421dc6949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ac41d0b6903d4c94" /><Relationship Type="http://schemas.openxmlformats.org/officeDocument/2006/relationships/notesSlide" Target="/ppt/notesSlides/notesSlide11.xml" Id="Ra1038ca1e33048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c26ce14d17042eb" /><Relationship Type="http://schemas.openxmlformats.org/officeDocument/2006/relationships/notesSlide" Target="/ppt/notesSlides/notesSlide12.xml" Id="R6433063ce5ef40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SKILLS EVALUATOR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Add a Specialized Evaluation Target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From a new machine, device, or laboratory lane to trusted UXL evidence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Engineering guide · qualification, dispatch, evidence, and promotion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target adapter has five parts — and one shared evidence contract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96D2D-19AB-4A1A-8AE8-D9764C01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23BAE-E79D-46D3-AD29-890EE0B3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1A535-653C-48B0-9BCD-1DE63EA1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9354C-F87E-4D56-8C47-EEF9EEE7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808B0-5531-4D63-B357-FCBB8F4F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6F1BBA"/>
          </a:solidFill>
          <a:ln xmlns:a="http://schemas.openxmlformats.org/drawingml/2006/main" w="9525">
            <a:solidFill>
              <a:srgbClr val="6F1BB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Capability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288EF-BB3E-4A3E-9C63-F036A43C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D2F75"/>
          </a:solidFill>
          <a:ln xmlns:a="http://schemas.openxmlformats.org/drawingml/2006/main" w="9525">
            <a:solidFill>
              <a:srgbClr val="1D2F7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Public task +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platform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75071-A8A5-4E85-B1A0-25B5071E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3C9C6"/>
          </a:solidFill>
          <a:ln xmlns:a="http://schemas.openxmlformats.org/drawingml/2006/main" w="9525">
            <a:solidFill>
              <a:srgbClr val="03C9C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Private manual</a:t>
            </a:r>
          </a:p>
          <a:p xmlns:a="http://schemas.openxmlformats.org/drawingml/2006/main">
            <a:pPr algn="ctr"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dispatcher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8B361-751E-4D71-9C6F-239B3576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D2F75"/>
          </a:solidFill>
          <a:ln xmlns:a="http://schemas.openxmlformats.org/drawingml/2006/main" w="9525">
            <a:solidFill>
              <a:srgbClr val="1D2F7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Ephemeral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target runner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2C1A1-4DDB-4D3D-8701-591EF5D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6F1BBA"/>
          </a:solidFill>
          <a:ln xmlns:a="http://schemas.openxmlformats.org/drawingml/2006/main" w="9525">
            <a:solidFill>
              <a:srgbClr val="6F1BB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Harbor artifact +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provenance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A7B1A-C8FD-445B-84DA-0A433AF1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43125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83C"/>
                </a:solidFill>
              </a:defRPr>
            </a:pPr>
            <a:r>
              <a:rPr sz="1875" b="1">
                <a:solidFill>
                  <a:srgbClr val="07083C"/>
                </a:solidFill>
              </a:rPr>
              <a:t>Platform code changes; the evidence contract does not.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E54BF-F7EB-47CD-A022-5AE2EAE4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F1BBA"/>
                </a:solidFill>
              </a:defRPr>
            </a:pPr>
            <a:r>
              <a:rPr sz="1650" b="0">
                <a:solidFill>
                  <a:srgbClr val="6F1BBA"/>
                </a:solidFill>
              </a:rPr>
              <a:t>Labels route the job. Real probes, a passing oracle, and complete artifacts qualify the lane.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1. Write the capability contract before touching the runner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Name the missing capability</a:t>
            </a:r>
            <a:r>
              <a:rPr sz="1913">
                <a:solidFill>
                  <a:srgbClr val="000000"/>
                </a:solidFill>
              </a:rPr>
              <a:t> — Device, backend, topology, driver, instruction set, or other property hosted runners cannot reproduce faithfully.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Declare the task contract</a:t>
            </a:r>
            <a:r>
              <a:rPr sz="1913">
                <a:solidFill>
                  <a:srgbClr val="000000"/>
                </a:solidFill>
              </a:rPr>
              <a:t> — Failure, workflow stages, hardware class, environment, verifier, reward floor, and expected artifacts.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Set the trust boundary</a:t>
            </a:r>
            <a:r>
              <a:rPr sz="1913">
                <a:solidFill>
                  <a:srgbClr val="000000"/>
                </a:solidFill>
              </a:rPr>
              <a:t> — Who may dispatch reviewed work, which repository is allowed, and whether any credentials are permitted.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Define the evidence contract</a:t>
            </a:r>
            <a:r>
              <a:rPr sz="1913">
                <a:solidFill>
                  <a:srgbClr val="000000"/>
                </a:solidFill>
              </a:rPr>
              <a:t> — Actual device probes, software and container provenance, complete Harbor job data, verifier output, and task artifacts.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Choose the first exit criterion</a:t>
            </a:r>
            <a:r>
              <a:rPr sz="1913">
                <a:solidFill>
                  <a:srgbClr val="000000"/>
                </a:solidFill>
              </a:rPr>
              <a:t> — A deterministic oracle must earn reward 1.0 on the real target before model tokens are spent.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2. Add four public, reviewable pieces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Qualification task</a:t>
            </a:r>
            <a:r>
              <a:rPr sz="1913">
                <a:solidFill>
                  <a:srgbClr val="000000"/>
                </a:solidFill>
              </a:rPr>
              <a:t> — Create evaluation/harbor/tasks/&lt;target-oracle&gt;/ with instruction, pinned environment, oracle solution, and deterministic tests.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Platform adapter</a:t>
            </a:r>
            <a:r>
              <a:rPr sz="1913">
                <a:solidFill>
                  <a:srgbClr val="000000"/>
                </a:solidFill>
              </a:rPr>
              <a:t> — Add scripts/runner/run-&lt;platform&gt;-oracle.sh to verify the source SHA, probe the host, map the device, run Harbor, and enforce the oracle gate.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Provenance probe</a:t>
            </a:r>
            <a:r>
              <a:rPr sz="1913">
                <a:solidFill>
                  <a:srgbClr val="000000"/>
                </a:solidFill>
              </a:rPr>
              <a:t> — Record non-secret OS, runner, device, driver/runtime, container, toolchain, and Git revision evidence; add platform-specific probes when the shared collector is insufficient.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Portfolio and operator contract</a:t>
            </a:r>
            <a:r>
              <a:rPr sz="1913">
                <a:solidFill>
                  <a:srgbClr val="000000"/>
                </a:solidFill>
              </a:rPr>
              <a:t> — Declare hardware/environment/workflow metadata in suites.json and document labels, device mapping, limitations, and artifact handling.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3. Make the oracle prove the real execution path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Verify the immutable checkout</a:t>
            </a:r>
            <a:r>
              <a:rPr sz="1913">
                <a:solidFill>
                  <a:srgbClr val="000000"/>
                </a:solidFill>
              </a:rPr>
              <a:t> — Require a full 40-character evaluator SHA and compare it with git rev-parse HEAD.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Probe the host</a:t>
            </a:r>
            <a:r>
              <a:rPr sz="1913">
                <a:solidFill>
                  <a:srgbClr val="000000"/>
                </a:solidFill>
              </a:rPr>
              <a:t> — Confirm architecture, device interface, driver/runtime visibility, permissions, Docker, Python, and the harness version.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Probe the pinned container</a:t>
            </a:r>
            <a:r>
              <a:rPr sz="1913">
                <a:solidFill>
                  <a:srgbClr val="000000"/>
                </a:solidFill>
              </a:rPr>
              <a:t> — Map the actual device and required read-only runtime libraries; enumerate, compile, and run a minimal target workload.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Run one Harbor oracle</a:t>
            </a:r>
            <a:r>
              <a:rPr sz="1913">
                <a:solidFill>
                  <a:srgbClr val="000000"/>
                </a:solidFill>
              </a:rPr>
              <a:t> — Use the declared qualification task, one concurrent trial, and the oracle agent.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Fail closed</a:t>
            </a:r>
            <a:r>
              <a:rPr sz="1913">
                <a:solidFill>
                  <a:srgbClr val="000000"/>
                </a:solidFill>
              </a:rPr>
              <a:t> — Require the expected trial count and reward floor; always retain logs and artifacts when any gate fails.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4. Keep dispatch in a small private control repository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Manual input only</a:t>
            </a:r>
            <a:r>
              <a:rPr sz="1913">
                <a:solidFill>
                  <a:srgbClr val="000000"/>
                </a:solidFill>
              </a:rPr>
              <a:t> — workflow_dispatch accepts a reviewed 40-character source commit; no pull_request, pull_request_target, or public repository_dispatch trigger.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Exact capability labels</a:t>
            </a:r>
            <a:r>
              <a:rPr sz="1913">
                <a:solidFill>
                  <a:srgbClr val="000000"/>
                </a:solidFill>
              </a:rPr>
              <a:t> — runs-on includes self-hosted, OS/architecture, target capability, platform, and trust-tier labels.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Immutable public implementation</a:t>
            </a:r>
            <a:r>
              <a:rPr sz="1913">
                <a:solidFill>
                  <a:srgbClr val="000000"/>
                </a:solidFill>
              </a:rPr>
              <a:t> — The workflow checks out the public skills repository at the supplied SHA with clean checkout and persisted credentials disabled.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Pinned workflow dependencies</a:t>
            </a:r>
            <a:r>
              <a:rPr sz="1913">
                <a:solidFill>
                  <a:srgbClr val="000000"/>
                </a:solidFill>
              </a:rPr>
              <a:t> — Pin checkout and artifact actions to reviewed full commit SHAs and update them through review.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Complete failure evidence</a:t>
            </a:r>
            <a:r>
              <a:rPr sz="1913">
                <a:solidFill>
                  <a:srgbClr val="000000"/>
                </a:solidFill>
              </a:rPr>
              <a:t> — Upload the entire Harbor job directory with if: always(); restrict the runner or runner group to the control repository.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5. Prepare the machine, then register one ephemeral job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Install the target stack</a:t>
            </a:r>
            <a:r>
              <a:rPr sz="1913">
                <a:solidFill>
                  <a:srgbClr val="000000"/>
                </a:solidFill>
              </a:rPr>
              <a:t> — OS, driver/runtime, Docker, Python 3.12, device permissions, and the current GitHub runner offered by the control repository.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Use a dedicated identity and workspace</a:t>
            </a:r>
            <a:r>
              <a:rPr sz="1913">
                <a:solidFill>
                  <a:srgbClr val="000000"/>
                </a:solidFill>
              </a:rPr>
              <a:t> — Grant only required device groups and keep the runner work directory separate from personal files.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Register with --ephemeral</a:t>
            </a:r>
            <a:r>
              <a:rPr sz="1913">
                <a:solidFill>
                  <a:srgbClr val="000000"/>
                </a:solidFill>
              </a:rPr>
              <a:t> — Use capability and trust labels; for the first rollout, start one waiting job instead of installing a permanent service.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Keep the network one-way</a:t>
            </a:r>
            <a:r>
              <a:rPr sz="1913">
                <a:solidFill>
                  <a:srgbClr val="000000"/>
                </a:solidFill>
              </a:rPr>
              <a:t> — The runner needs outbound HTTPS to GitHub; no inbound firewall port is required.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Windows/WSL option</a:t>
            </a:r>
            <a:r>
              <a:rPr sz="1913">
                <a:solidFill>
                  <a:srgbClr val="000000"/>
                </a:solidFill>
              </a:rPr>
              <a:t> — Use start-ephemeral-wsl-runner.ps1 with the private repository and labels; native Linux follows GitHub's displayed registration commands.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6. Dispatch a reviewed commit and require the oracle gate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1 — Review</a:t>
            </a:r>
            <a:r>
              <a:rPr sz="1913">
                <a:solidFill>
                  <a:srgbClr val="000000"/>
                </a:solidFill>
              </a:rPr>
              <a:t> — Select an immutable public evaluator commit and review the adapter and qualification task at that revision.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2 — Attach</a:t>
            </a:r>
            <a:r>
              <a:rPr sz="1913">
                <a:solidFill>
                  <a:srgbClr val="000000"/>
                </a:solidFill>
              </a:rPr>
              <a:t> — Start the ephemeral runner and confirm GitHub reports the expected name and labels online.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3 — Dispatch</a:t>
            </a:r>
            <a:r>
              <a:rPr sz="1913">
                <a:solidFill>
                  <a:srgbClr val="000000"/>
                </a:solidFill>
              </a:rPr>
              <a:t> — Run the private workflow with the exact commit SHA; concurrency stays one for qualification.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4 — Gate</a:t>
            </a:r>
            <a:r>
              <a:rPr sz="1913">
                <a:solidFill>
                  <a:srgbClr val="000000"/>
                </a:solidFill>
              </a:rPr>
              <a:t> — Require the real device probe, container probe, Harbor result, expected trial count, and reward 1.0.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5 — Preserve</a:t>
            </a:r>
            <a:r>
              <a:rPr sz="1913">
                <a:solidFill>
                  <a:srgbClr val="000000"/>
                </a:solidFill>
              </a:rPr>
              <a:t> — Download the always-uploaded job artifact before inspecting or cleaning the dedicated runner workspace.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The operator runs one short, reviewable sequence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Record the source revision</a:t>
            </a:r>
            <a:r>
              <a:rPr sz="1913">
                <a:solidFill>
                  <a:srgbClr val="000000"/>
                </a:solidFill>
              </a:rPr>
              <a:t> — git rev-parse HEAD — use the reviewed 40-character SHA, never a moving branch name.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Attach a Windows/WSL runner</a:t>
            </a:r>
            <a:r>
              <a:rPr sz="1913">
                <a:solidFill>
                  <a:srgbClr val="000000"/>
                </a:solidFill>
              </a:rPr>
              <a:t> — .\scripts\runner\start-ephemeral-wsl-runner.ps1 -Repository owner/private-runner-control -Labels 'uxl,&lt;project&gt;,&lt;device&gt;,windows-wsl,&lt;trust-tier&gt;'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Dispatch the private workflow</a:t>
            </a:r>
            <a:r>
              <a:rPr sz="1913">
                <a:solidFill>
                  <a:srgbClr val="000000"/>
                </a:solidFill>
              </a:rPr>
              <a:t> — gh workflow run &lt;platform-oracle.yml&gt; -R owner/private-runner-control -f skills_commit=&lt;40-character-sha&gt;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Watch the result</a:t>
            </a:r>
            <a:r>
              <a:rPr sz="1913">
                <a:solidFill>
                  <a:srgbClr val="000000"/>
                </a:solidFill>
              </a:rPr>
              <a:t> — gh run watch &lt;run-id&gt; -R owner/private-runner-control --exit-status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Preserve the evidence</a:t>
            </a:r>
            <a:r>
              <a:rPr sz="1913">
                <a:solidFill>
                  <a:srgbClr val="000000"/>
                </a:solidFill>
              </a:rPr>
              <a:t> — From the Actions run, download the complete artifact ZIP before inspecting or cleaning the runner workspace.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Import it</a:t>
            </a:r>
            <a:r>
              <a:rPr sz="1913">
                <a:solidFill>
                  <a:srgbClr val="000000"/>
                </a:solidFill>
              </a:rPr>
              <a:t> — python scripts/import_harbor_artifact.py &lt;downloaded-artifact.zip&gt;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7. Import the result and inspect it like any hosted run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Download the complete artifact ZIP</a:t>
            </a:r>
            <a:r>
              <a:rPr sz="1913">
                <a:solidFill>
                  <a:srgbClr val="000000"/>
                </a:solidFill>
              </a:rPr>
              <a:t> — Keep runner-provenance.json, result.json, trajectories, verifier output, submitted artifacts, and platform probes together.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Import</a:t>
            </a:r>
            <a:r>
              <a:rPr sz="1913">
                <a:solidFill>
                  <a:srgbClr val="000000"/>
                </a:solidFill>
              </a:rPr>
              <a:t> — python scripts/import_harbor_artifact.py &lt;downloaded-artifact.zip&gt;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Open the viewers</a:t>
            </a:r>
            <a:r>
              <a:rPr sz="1913">
                <a:solidFill>
                  <a:srgbClr val="000000"/>
                </a:solidFill>
              </a:rPr>
              <a:t> — .\scripts\start_harbor_dashboards.ps1 -NoWsl -Restart -OpenBrowser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Audit the claim</a:t>
            </a:r>
            <a:r>
              <a:rPr sz="1913">
                <a:solidFill>
                  <a:srgbClr val="000000"/>
                </a:solidFill>
              </a:rPr>
              <a:t> — Read the instruction, verifier source, trajectory, verifier output, artifacts, config, and runner provenance before accepting the lane.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Separate infrastructure failures</a:t>
            </a:r>
            <a:r>
              <a:rPr sz="1913">
                <a:solidFill>
                  <a:srgbClr val="000000"/>
                </a:solidFill>
              </a:rPr>
              <a:t> — Provisioning, network, driver, container, or runner failures are retained and rerun unchanged; they are not skill failures.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8. Add model trials only after the oracle and task headroom exist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Keep qualification credential-free</a:t>
            </a:r>
            <a:r>
              <a:rPr sz="1913">
                <a:solidFill>
                  <a:srgbClr val="000000"/>
                </a:solidFill>
              </a:rPr>
              <a:t> — Do not add model credentials until the environment and oracle path have passed review.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Use a task that needs the target</a:t>
            </a:r>
            <a:r>
              <a:rPr sz="1913">
                <a:solidFill>
                  <a:srgbClr val="000000"/>
                </a:solidFill>
              </a:rPr>
              <a:t> — A maintainer-backed failure must genuinely depend on the declared device or topology and leave room for the model to fail.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Match all three arms</a:t>
            </a:r>
            <a:r>
              <a:rPr sz="1913">
                <a:solidFill>
                  <a:srgbClr val="000000"/>
                </a:solidFill>
              </a:rPr>
              <a:t> — No skill, previous skill, and candidate skill use the same host, task revision, image, agent/harness, model, reasoning effort, attempts, timeouts, and concurrency.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Use enough trials</a:t>
            </a:r>
            <a:r>
              <a:rPr sz="1913">
                <a:solidFill>
                  <a:srgbClr val="000000"/>
                </a:solidFill>
              </a:rPr>
              <a:t> — Three attempts per arm for calibration; five for promotion evidence.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Quality remains the gate</a:t>
            </a:r>
            <a:r>
              <a:rPr sz="1913">
                <a:solidFill>
                  <a:srgbClr val="000000"/>
                </a:solidFill>
              </a:rPr>
              <a:t> — Compare tokens, cost, and runtime only after verified success; never trade lower success for cheaper runs.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Definition of done: a qualified lane, not a trusted black box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Immutable and isolated</a:t>
            </a:r>
            <a:r>
              <a:rPr sz="1913">
                <a:solidFill>
                  <a:srgbClr val="000000"/>
                </a:solidFill>
              </a:rPr>
              <a:t> — Only the private manual dispatcher can send a reviewed public revision to an ephemeral runner.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Actually qualified</a:t>
            </a:r>
            <a:r>
              <a:rPr sz="1913">
                <a:solidFill>
                  <a:srgbClr val="000000"/>
                </a:solidFill>
              </a:rPr>
              <a:t> — Host and pinned-container probes identify the intended device, and the real oracle earns reward 1.0.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Fully attributable</a:t>
            </a:r>
            <a:r>
              <a:rPr sz="1913">
                <a:solidFill>
                  <a:srgbClr val="000000"/>
                </a:solidFill>
              </a:rPr>
              <a:t> — The artifact records task, skill, model when applicable, harness, toolchain, software, hardware, Git, attempts, and failures.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Reviewable anywhere</a:t>
            </a:r>
            <a:r>
              <a:rPr sz="1913">
                <a:solidFill>
                  <a:srgbClr val="000000"/>
                </a:solidFill>
              </a:rPr>
              <a:t> — The complete artifact imports into the standard Harbor viewers without platform-specific dashboard code.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Owned and maintainable</a:t>
            </a:r>
            <a:r>
              <a:rPr sz="1913">
                <a:solidFill>
                  <a:srgbClr val="000000"/>
                </a:solidFill>
              </a:rPr>
              <a:t> — A named platform owner keeps labels, probes, images, runtime guidance, and limitations current.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Honest scope</a:t>
            </a:r>
            <a:r>
              <a:rPr sz="1913">
                <a:solidFill>
                  <a:srgbClr val="000000"/>
                </a:solidFill>
              </a:rPr>
              <a:t> — The lane proves only its declared capability and revisions; it is not a vendor endorsement or universal compatibility claim.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2026-08-28T20:12:17.2420000Z</dcterms:created>
  <dcterms:modified xsi:type="dcterms:W3CDTF">2026-08-28T20:12:17.2420000Z</dcterms:modified>
</coreProperties>
</file>