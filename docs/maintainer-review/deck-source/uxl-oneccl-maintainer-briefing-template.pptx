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2d1247f9184775" /><Relationship Type="http://schemas.openxmlformats.org/officeDocument/2006/relationships/extended-properties" Target="/docProps/app.xml" Id="R67e95fccc8f2492f" /><Relationship Type="http://schemas.openxmlformats.org/officeDocument/2006/relationships/officeDocument" Target="/ppt/presentation.xml" Id="R3d50c76efbbb4e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baca8e1b6444cf"/>
    <p:sldMasterId xmlns:r="http://schemas.openxmlformats.org/officeDocument/2006/relationships" id="2147483665" r:id="R056313d820324904"/>
  </p:sldMasterIdLst>
  <p:notesMasterIdLst>
    <p:notesMasterId xmlns:r="http://schemas.openxmlformats.org/officeDocument/2006/relationships" r:id="R569a04dd9a594492"/>
  </p:notesMasterIdLst>
  <p:sldIdLst>
    <p:sldId xmlns:r="http://schemas.openxmlformats.org/officeDocument/2006/relationships" id="256" r:id="R983792d411594b75"/>
    <p:sldId xmlns:r="http://schemas.openxmlformats.org/officeDocument/2006/relationships" id="257" r:id="Rf9413cc15a25471e"/>
    <p:sldId xmlns:r="http://schemas.openxmlformats.org/officeDocument/2006/relationships" id="258" r:id="R789656e6890042b2"/>
    <p:sldId xmlns:r="http://schemas.openxmlformats.org/officeDocument/2006/relationships" id="259" r:id="Raf1bcea2e7ae4b6f"/>
    <p:sldId xmlns:r="http://schemas.openxmlformats.org/officeDocument/2006/relationships" id="260" r:id="Ra0ec7f2586ff4c71"/>
    <p:sldId xmlns:r="http://schemas.openxmlformats.org/officeDocument/2006/relationships" id="261" r:id="Rcd2d1e12ad9b48b1"/>
    <p:sldId xmlns:r="http://schemas.openxmlformats.org/officeDocument/2006/relationships" id="262" r:id="Re5e064f95bd14eba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c37c5c6cd24667" /><Relationship Type="http://schemas.openxmlformats.org/officeDocument/2006/relationships/slideMaster" Target="/ppt/slideMasters/slideMaster1.xml" Id="R89baca8e1b6444cf" /><Relationship Type="http://schemas.openxmlformats.org/officeDocument/2006/relationships/slideMaster" Target="/ppt/slideMasters/slideMaster2.xml" Id="R056313d820324904" /><Relationship Type="http://schemas.openxmlformats.org/officeDocument/2006/relationships/notesMaster" Target="/ppt/notesMasters/notesMaster1.xml" Id="R569a04dd9a594492" /><Relationship Type="http://schemas.openxmlformats.org/officeDocument/2006/relationships/presProps" Target="/ppt/presProps.xml" Id="R5ba4596a7f154060" /><Relationship Type="http://schemas.openxmlformats.org/officeDocument/2006/relationships/viewProps" Target="/ppt/viewProps.xml" Id="R07996c44856043fb" /><Relationship Type="http://schemas.openxmlformats.org/officeDocument/2006/relationships/tableStyles" Target="/ppt/tableStyles.xml" Id="R079586fa54b74854" /><Relationship Type="http://schemas.microsoft.com/office/2018/10/relationships/authors" Target="/ppt/authors.xml" Id="Rd66970a98da54e78" /><Relationship Type="http://schemas.openxmlformats.org/officeDocument/2006/relationships/slide" Target="/ppt/slides/slide1.xml" Id="R983792d411594b75" /><Relationship Type="http://schemas.openxmlformats.org/officeDocument/2006/relationships/slide" Target="/ppt/slides/slide2.xml" Id="Rf9413cc15a25471e" /><Relationship Type="http://schemas.openxmlformats.org/officeDocument/2006/relationships/slide" Target="/ppt/slides/slide3.xml" Id="R789656e6890042b2" /><Relationship Type="http://schemas.openxmlformats.org/officeDocument/2006/relationships/slide" Target="/ppt/slides/slide4.xml" Id="Raf1bcea2e7ae4b6f" /><Relationship Type="http://schemas.openxmlformats.org/officeDocument/2006/relationships/slide" Target="/ppt/slides/slide5.xml" Id="Ra0ec7f2586ff4c71" /><Relationship Type="http://schemas.openxmlformats.org/officeDocument/2006/relationships/slide" Target="/ppt/slides/slide6.xml" Id="Rcd2d1e12ad9b48b1" /><Relationship Type="http://schemas.openxmlformats.org/officeDocument/2006/relationships/slide" Target="/ppt/slides/slide7.xml" Id="Re5e064f95bd14e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24e7edcf81e43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9a9bb7ff3b4b34" /><Relationship Type="http://schemas.openxmlformats.org/officeDocument/2006/relationships/notesMaster" Target="/ppt/notesMasters/notesMaster1.xml" Id="R5e5d985f07374d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3e9e58e4884371" /><Relationship Type="http://schemas.openxmlformats.org/officeDocument/2006/relationships/notesMaster" Target="/ppt/notesMasters/notesMaster1.xml" Id="Raabcc49487d344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f4da956d4a462d" /><Relationship Type="http://schemas.openxmlformats.org/officeDocument/2006/relationships/notesMaster" Target="/ppt/notesMasters/notesMaster1.xml" Id="Ra2d5c48f67a444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17c6e63d334920" /><Relationship Type="http://schemas.openxmlformats.org/officeDocument/2006/relationships/notesMaster" Target="/ppt/notesMasters/notesMaster1.xml" Id="R265326ad46354a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001d796dda427b" /><Relationship Type="http://schemas.openxmlformats.org/officeDocument/2006/relationships/notesMaster" Target="/ppt/notesMasters/notesMaster1.xml" Id="R450e488ab03141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ba5671f32a4ab9" /><Relationship Type="http://schemas.openxmlformats.org/officeDocument/2006/relationships/notesMaster" Target="/ppt/notesMasters/notesMaster1.xml" Id="R609261ba8dc448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b3ac7275634454" /><Relationship Type="http://schemas.openxmlformats.org/officeDocument/2006/relationships/notesMaster" Target="/ppt/notesMasters/notesMaster1.xml" Id="Rc459f668d59a42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https://github.com/uxlfoundation/skills/blob/main/evaluation/harbor/results/2026-08-27-oneccl-zero-count-fixture.md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oneCCL skill: make distributed failures diagnosable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https://github.com/uxlfoundation/skills/blob/main/evaluation/harbor/results/2026-08-27-oneccl-zero-count-fixture.md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Why this is useful to oneCCL at first glance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https://github.com/uxlfoundation/skills/blob/main/evaluation/harbor/results/2026-08-27-oneccl-zero-count-fixture.md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the skill tells an agent today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https://github.com/uxlfoundation/skills/blob/main/evaluation/harbor/results/2026-08-27-oneccl-zero-count-fixture.md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Evaluation inventory: 5 implemented, 2 distributed gaps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https://github.com/uxlfoundation/skills/blob/main/evaluation/harbor/results/2026-08-27-oneccl-zero-count-fixture.md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How we chose the 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https://github.com/uxlfoundation/skills/blob/main/evaluation/harbor/results/2026-08-27-oneccl-zero-count-fixture.md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project ownership would look like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https://github.com/uxlfoundation/skills/blob/main/evaluation/harbor/results/2026-08-27-oneccl-zero-count-fixture.md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A focused 30-minute maintainer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486b881754590" /><Relationship Type="http://schemas.openxmlformats.org/officeDocument/2006/relationships/image" Target="/ppt/media/image2.png" Id="Rdb6403f1f2af4559" /><Relationship Type="http://schemas.openxmlformats.org/officeDocument/2006/relationships/image" Target="/ppt/media/image3.png" Id="R808a618a37f243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fe1e927d340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80c0c3a0344a1" /><Relationship Type="http://schemas.openxmlformats.org/officeDocument/2006/relationships/image" Target="/ppt/media/image4.png" Id="R827bf56684b54da8" /><Relationship Type="http://schemas.openxmlformats.org/officeDocument/2006/relationships/image" Target="/ppt/media/image.png" Id="R65049f5c1e0d45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1bcdf60194e2c" /><Relationship Type="http://schemas.openxmlformats.org/officeDocument/2006/relationships/image" Target="/ppt/media/image5.png" Id="R9441cf7b8a9e46ad" /><Relationship Type="http://schemas.openxmlformats.org/officeDocument/2006/relationships/image" Target="/ppt/media/image.png" Id="R50ea57c474114c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45c82d2204ba3" /><Relationship Type="http://schemas.openxmlformats.org/officeDocument/2006/relationships/image" Target="/ppt/media/image6.png" Id="R5c401303ef4a48c1" /><Relationship Type="http://schemas.openxmlformats.org/officeDocument/2006/relationships/image" Target="/ppt/media/image.png" Id="Rf18eb4c4393d4f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908c4bec14986" /><Relationship Type="http://schemas.openxmlformats.org/officeDocument/2006/relationships/image" Target="/ppt/media/image3.png" Id="Rf9941bb7539544f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6687b86a14722" /><Relationship Type="http://schemas.openxmlformats.org/officeDocument/2006/relationships/image" Target="/ppt/media/image7.png" Id="R1314a23a156246c9" /><Relationship Type="http://schemas.openxmlformats.org/officeDocument/2006/relationships/image" Target="/ppt/media/image8.png" Id="Ra5f823ce6eb24af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0c7dc6bf14b5e" /><Relationship Type="http://schemas.openxmlformats.org/officeDocument/2006/relationships/image" Target="/ppt/media/image9.png" Id="R6c3fd54ea44345cb" /><Relationship Type="http://schemas.openxmlformats.org/officeDocument/2006/relationships/image" Target="/ppt/media/image3.png" Id="Ra733f19a51214ab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aed3f89dd435f" /><Relationship Type="http://schemas.openxmlformats.org/officeDocument/2006/relationships/image" Target="/ppt/media/image10.png" Id="R7dcf5d395e914f01" /><Relationship Type="http://schemas.openxmlformats.org/officeDocument/2006/relationships/image" Target="/ppt/media/image.png" Id="R403172df996f4d1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3544b4865415f" /><Relationship Type="http://schemas.openxmlformats.org/officeDocument/2006/relationships/image" Target="/ppt/media/image11.png" Id="Rb5370788179f4ed0" /><Relationship Type="http://schemas.openxmlformats.org/officeDocument/2006/relationships/image" Target="/ppt/media/image3.png" Id="R9a61dfb1d93c4b6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7de760664418c" /><Relationship Type="http://schemas.openxmlformats.org/officeDocument/2006/relationships/image" Target="/ppt/media/image3.png" Id="R82d31e4f4379410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97a067a2b474e" /><Relationship Type="http://schemas.openxmlformats.org/officeDocument/2006/relationships/image" Target="/ppt/media/image12.png" Id="Rc79b4d1f6f13438b" /><Relationship Type="http://schemas.openxmlformats.org/officeDocument/2006/relationships/image" Target="/ppt/media/image.png" Id="R7062aacbfd08429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0f15b8c35463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167e57ae0451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9ac85d6874a9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cf9bbcdc9442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da24c2cbdb48d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ce1a7d4ea04e7c" /><Relationship Type="http://schemas.openxmlformats.org/officeDocument/2006/relationships/image" Target="/ppt/media/image8.png" Id="R089f941a82114fe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8f2186bed8474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a5bdea8a744b9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63757bcca14f5e" /><Relationship Type="http://schemas.openxmlformats.org/officeDocument/2006/relationships/image" Target="/ppt/media/image13.png" Id="R769ef08db831407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857cd1b58c4a4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1ddb8e011e4e5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5915293f8c4ae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52a9630ab74d1a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56b4127e174160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8a55128a2841a2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fb3c6ba9d64180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6599b86e0d4f11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db6403f1f2af455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8a618a37f243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827bf56684b54da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049f5c1e0d45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9441cf7b8a9e46a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ea57c474114c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5c401303ef4a48c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8eb4c4393d4f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941bb7539544f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1314a23a156246c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f823ce6eb24a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6c3fd54ea44345c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33f19a51214ab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7dcf5d395e914f0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3172df996f4d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b5370788179f4ed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61dfb1d93c4b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d31e4f437941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c79b4d1f6f13438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62aacbfd08429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0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9f941a82114f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9ef08db83140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7f19ac4f0b4129" /><Relationship Type="http://schemas.openxmlformats.org/officeDocument/2006/relationships/slideLayout" Target="/ppt/slideLayouts/slideLayout1.xml" Id="R24687b9cff4941d4" /><Relationship Type="http://schemas.openxmlformats.org/officeDocument/2006/relationships/slideLayout" Target="/ppt/slideLayouts/slideLayout2.xml" Id="Rb92b05c48730476b" /><Relationship Type="http://schemas.openxmlformats.org/officeDocument/2006/relationships/slideLayout" Target="/ppt/slideLayouts/slideLayout3.xml" Id="Rff09569a93534bda" /><Relationship Type="http://schemas.openxmlformats.org/officeDocument/2006/relationships/slideLayout" Target="/ppt/slideLayouts/slideLayout4.xml" Id="R72431e5315314691" /><Relationship Type="http://schemas.openxmlformats.org/officeDocument/2006/relationships/slideLayout" Target="/ppt/slideLayouts/slideLayout5.xml" Id="R55dccb020ed44027" /><Relationship Type="http://schemas.openxmlformats.org/officeDocument/2006/relationships/slideLayout" Target="/ppt/slideLayouts/slideLayout6.xml" Id="Rcadd5240591d4c42" /><Relationship Type="http://schemas.openxmlformats.org/officeDocument/2006/relationships/slideLayout" Target="/ppt/slideLayouts/slideLayout7.xml" Id="R1b18b49e6b484a37" /><Relationship Type="http://schemas.openxmlformats.org/officeDocument/2006/relationships/slideLayout" Target="/ppt/slideLayouts/slideLayout8.xml" Id="Rc6900f9a77534672" /><Relationship Type="http://schemas.openxmlformats.org/officeDocument/2006/relationships/slideLayout" Target="/ppt/slideLayouts/slideLayout9.xml" Id="R64e330bf40134140" /><Relationship Type="http://schemas.openxmlformats.org/officeDocument/2006/relationships/slideLayout" Target="/ppt/slideLayouts/slideLayout10.xml" Id="Rf7c7e39b3060495b" /><Relationship Type="http://schemas.openxmlformats.org/officeDocument/2006/relationships/slideLayout" Target="/ppt/slideLayouts/slideLayout11.xml" Id="Rc97f15801a604732" /><Relationship Type="http://schemas.openxmlformats.org/officeDocument/2006/relationships/slideLayout" Target="/ppt/slideLayouts/slideLayout12.xml" Id="R3e905624e24a403d" /><Relationship Type="http://schemas.openxmlformats.org/officeDocument/2006/relationships/slideLayout" Target="/ppt/slideLayouts/slideLayout13.xml" Id="R0a3a7c72326740b1" /><Relationship Type="http://schemas.openxmlformats.org/officeDocument/2006/relationships/slideLayout" Target="/ppt/slideLayouts/slideLayout14.xml" Id="R4bdb8d9c6fe34bf7" /><Relationship Type="http://schemas.openxmlformats.org/officeDocument/2006/relationships/slideLayout" Target="/ppt/slideLayouts/slideLayout15.xml" Id="R0cb74aa6595e4e63" /><Relationship Type="http://schemas.openxmlformats.org/officeDocument/2006/relationships/slideLayout" Target="/ppt/slideLayouts/slideLayout16.xml" Id="Rbf1cca388af14f3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2b1f579023884d40" /><Relationship Type="http://schemas.openxmlformats.org/officeDocument/2006/relationships/theme" Target="/ppt/slideMasters/theme/theme3.xml" Id="R37a4e85f91534aac" /><Relationship Type="http://schemas.openxmlformats.org/officeDocument/2006/relationships/slideLayout" Target="/ppt/slideLayouts/slideLayout17.xml" Id="R79d5108324584750" /><Relationship Type="http://schemas.openxmlformats.org/officeDocument/2006/relationships/slideLayout" Target="/ppt/slideLayouts/slideLayout18.xml" Id="R36e738039a5f4808" /><Relationship Type="http://schemas.openxmlformats.org/officeDocument/2006/relationships/slideLayout" Target="/ppt/slideLayouts/slideLayout19.xml" Id="Rcb83fce3cdab4a78" /><Relationship Type="http://schemas.openxmlformats.org/officeDocument/2006/relationships/slideLayout" Target="/ppt/slideLayouts/slideLayout20.xml" Id="R1a4464cbf8fb40c5" /><Relationship Type="http://schemas.openxmlformats.org/officeDocument/2006/relationships/slideLayout" Target="/ppt/slideLayouts/slideLayout21.xml" Id="R1409b6c00be941c5" /><Relationship Type="http://schemas.openxmlformats.org/officeDocument/2006/relationships/slideLayout" Target="/ppt/slideLayouts/slideLayout22.xml" Id="R101a737808c143fc" /><Relationship Type="http://schemas.openxmlformats.org/officeDocument/2006/relationships/slideLayout" Target="/ppt/slideLayouts/slideLayout23.xml" Id="R173d0f2d70c64b3e" /><Relationship Type="http://schemas.openxmlformats.org/officeDocument/2006/relationships/slideLayout" Target="/ppt/slideLayouts/slideLayout24.xml" Id="R2166d7807c1745a1" /><Relationship Type="http://schemas.openxmlformats.org/officeDocument/2006/relationships/slideLayout" Target="/ppt/slideLayouts/slideLayout25.xml" Id="R94433922440c449c" /><Relationship Type="http://schemas.openxmlformats.org/officeDocument/2006/relationships/slideLayout" Target="/ppt/slideLayouts/slideLayout26.xml" Id="Rdb07776f61964045" /><Relationship Type="http://schemas.openxmlformats.org/officeDocument/2006/relationships/slideLayout" Target="/ppt/slideLayouts/slideLayout27.xml" Id="Rb58ac12a630147ed" /><Relationship Type="http://schemas.openxmlformats.org/officeDocument/2006/relationships/slideLayout" Target="/ppt/slideLayouts/slideLayout28.xml" Id="Recebd0e743e04edf" /><Relationship Type="http://schemas.openxmlformats.org/officeDocument/2006/relationships/slideLayout" Target="/ppt/slideLayouts/slideLayout29.xml" Id="R31454aac346d4a7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687b9cff4941d4"/>
    <p:sldLayoutId xmlns:r="http://schemas.openxmlformats.org/officeDocument/2006/relationships" id="2147483650" r:id="Rb92b05c48730476b"/>
    <p:sldLayoutId xmlns:r="http://schemas.openxmlformats.org/officeDocument/2006/relationships" id="2147483651" r:id="Rff09569a93534bda"/>
    <p:sldLayoutId xmlns:r="http://schemas.openxmlformats.org/officeDocument/2006/relationships" id="2147483652" r:id="R72431e5315314691"/>
    <p:sldLayoutId xmlns:r="http://schemas.openxmlformats.org/officeDocument/2006/relationships" id="2147483653" r:id="R55dccb020ed44027"/>
    <p:sldLayoutId xmlns:r="http://schemas.openxmlformats.org/officeDocument/2006/relationships" id="2147483654" r:id="Rcadd5240591d4c42"/>
    <p:sldLayoutId xmlns:r="http://schemas.openxmlformats.org/officeDocument/2006/relationships" id="2147483655" r:id="R1b18b49e6b484a37"/>
    <p:sldLayoutId xmlns:r="http://schemas.openxmlformats.org/officeDocument/2006/relationships" id="2147483656" r:id="Rc6900f9a77534672"/>
    <p:sldLayoutId xmlns:r="http://schemas.openxmlformats.org/officeDocument/2006/relationships" id="2147483657" r:id="R64e330bf40134140"/>
    <p:sldLayoutId xmlns:r="http://schemas.openxmlformats.org/officeDocument/2006/relationships" id="2147483658" r:id="Rf7c7e39b3060495b"/>
    <p:sldLayoutId xmlns:r="http://schemas.openxmlformats.org/officeDocument/2006/relationships" id="2147483659" r:id="Rc97f15801a604732"/>
    <p:sldLayoutId xmlns:r="http://schemas.openxmlformats.org/officeDocument/2006/relationships" id="2147483660" r:id="R3e905624e24a403d"/>
    <p:sldLayoutId xmlns:r="http://schemas.openxmlformats.org/officeDocument/2006/relationships" id="2147483661" r:id="R0a3a7c72326740b1"/>
    <p:sldLayoutId xmlns:r="http://schemas.openxmlformats.org/officeDocument/2006/relationships" id="2147483662" r:id="R4bdb8d9c6fe34bf7"/>
    <p:sldLayoutId xmlns:r="http://schemas.openxmlformats.org/officeDocument/2006/relationships" id="2147483663" r:id="R0cb74aa6595e4e63"/>
    <p:sldLayoutId xmlns:r="http://schemas.openxmlformats.org/officeDocument/2006/relationships" id="2147483664" r:id="Rbf1cca388af14f31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1f579023884d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79d5108324584750"/>
    <p:sldLayoutId xmlns:r="http://schemas.openxmlformats.org/officeDocument/2006/relationships" id="2147483667" r:id="R36e738039a5f4808"/>
    <p:sldLayoutId xmlns:r="http://schemas.openxmlformats.org/officeDocument/2006/relationships" id="2147483668" r:id="Rcb83fce3cdab4a78"/>
    <p:sldLayoutId xmlns:r="http://schemas.openxmlformats.org/officeDocument/2006/relationships" id="2147483669" r:id="R1a4464cbf8fb40c5"/>
    <p:sldLayoutId xmlns:r="http://schemas.openxmlformats.org/officeDocument/2006/relationships" id="2147483670" r:id="R1409b6c00be941c5"/>
    <p:sldLayoutId xmlns:r="http://schemas.openxmlformats.org/officeDocument/2006/relationships" id="2147483671" r:id="R101a737808c143fc"/>
    <p:sldLayoutId xmlns:r="http://schemas.openxmlformats.org/officeDocument/2006/relationships" id="2147483672" r:id="R173d0f2d70c64b3e"/>
    <p:sldLayoutId xmlns:r="http://schemas.openxmlformats.org/officeDocument/2006/relationships" id="2147483673" r:id="R2166d7807c1745a1"/>
    <p:sldLayoutId xmlns:r="http://schemas.openxmlformats.org/officeDocument/2006/relationships" id="2147483674" r:id="R94433922440c449c"/>
    <p:sldLayoutId xmlns:r="http://schemas.openxmlformats.org/officeDocument/2006/relationships" id="2147483675" r:id="Rdb07776f61964045"/>
    <p:sldLayoutId xmlns:r="http://schemas.openxmlformats.org/officeDocument/2006/relationships" id="2147483676" r:id="Rb58ac12a630147ed"/>
    <p:sldLayoutId xmlns:r="http://schemas.openxmlformats.org/officeDocument/2006/relationships" id="2147483677" r:id="Recebd0e743e04edf"/>
    <p:sldLayoutId xmlns:r="http://schemas.openxmlformats.org/officeDocument/2006/relationships" id="2147483678" r:id="R31454aac346d4a7e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b8ff3f2f4c3a4e6f" /><Relationship Type="http://schemas.openxmlformats.org/officeDocument/2006/relationships/notesSlide" Target="/ppt/notesSlides/notesSlide1.xml" Id="R418c8ade744b4b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2e70136791fd414e" /><Relationship Type="http://schemas.openxmlformats.org/officeDocument/2006/relationships/notesSlide" Target="/ppt/notesSlides/notesSlide2.xml" Id="Rfabec7a27f3849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a2ee8a43f3a43f2" /><Relationship Type="http://schemas.openxmlformats.org/officeDocument/2006/relationships/notesSlide" Target="/ppt/notesSlides/notesSlide3.xml" Id="R72420ad0e97c48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05d9f1d967d4499" /><Relationship Type="http://schemas.openxmlformats.org/officeDocument/2006/relationships/notesSlide" Target="/ppt/notesSlides/notesSlide4.xml" Id="R6ead06bd697a4b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0072553baaa4123" /><Relationship Type="http://schemas.openxmlformats.org/officeDocument/2006/relationships/notesSlide" Target="/ppt/notesSlides/notesSlide5.xml" Id="R5b6fe6938b4144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c01b1916fdd4915" /><Relationship Type="http://schemas.openxmlformats.org/officeDocument/2006/relationships/notesSlide" Target="/ppt/notesSlides/notesSlide6.xml" Id="R2ef9b93910ec47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f5a0ec9b4294f58" /><Relationship Type="http://schemas.openxmlformats.org/officeDocument/2006/relationships/notesSlide" Target="/ppt/notesSlides/notesSlide7.xml" Id="Re9d2d97bafa84a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oneCCL Skills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Collective semantics, launch symmetry, waits, plugins, and hang triage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Maintainer briefing · 5 of 7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Why this is useful to oneCCL at first glance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Prevent deadlocks before tuning</a:t>
            </a:r>
            <a:r>
              <a:rPr sz="1913">
                <a:solidFill>
                  <a:srgbClr val="000000"/>
                </a:solidFill>
              </a:rPr>
              <a:t> — Every rank must enter the same collective sequence with compatible buffers, counts, types, roots, and communicators.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Make async completion explicit</a:t>
            </a:r>
            <a:r>
              <a:rPr sz="1913">
                <a:solidFill>
                  <a:srgbClr val="000000"/>
                </a:solidFill>
              </a:rPr>
              <a:t> — A submitted collective is not complete until waited or otherwise synchronized.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Collect evidence per rank</a:t>
            </a:r>
            <a:r>
              <a:rPr sz="1913">
                <a:solidFill>
                  <a:srgbClr val="000000"/>
                </a:solidFill>
              </a:rPr>
              <a:t> — Launch command, mapping, plugin, transport, environment, entry/submission/wait logs, and minimal reproducer.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Separate correctness from transport tuning</a:t>
            </a:r>
            <a:r>
              <a:rPr sz="1913">
                <a:solidFill>
                  <a:srgbClr val="000000"/>
                </a:solidFill>
              </a:rPr>
              <a:t> — Worker count, affinity, plugin, and transport change only after launch symmetry is proven.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Identify the API surface</a:t>
            </a:r>
            <a:r>
              <a:rPr sz="1913">
                <a:solidFill>
                  <a:srgbClr val="000000"/>
                </a:solidFill>
              </a:rPr>
              <a:t> — C++ API, NCCL-like C API, PyTorch DDP, Horovod, or framework wrapper.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Match collective to semantics</a:t>
            </a:r>
            <a:r>
              <a:rPr sz="1913">
                <a:solidFill>
                  <a:srgbClr val="000000"/>
                </a:solidFill>
              </a:rPr>
              <a:t> — Allreduce, allgather, alltoall, reduce-scatter, broadcast, point-to-point, or grouped calls.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Validate rank symmetry</a:t>
            </a:r>
            <a:r>
              <a:rPr sz="1913">
                <a:solidFill>
                  <a:srgbClr val="000000"/>
                </a:solidFill>
              </a:rPr>
              <a:t> — Collective order, buffer sizes, datatypes, roots, reductions, and communicator membership.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Handle zero counts safely</a:t>
            </a:r>
            <a:r>
              <a:rPr sz="1913">
                <a:solidFill>
                  <a:srgbClr val="000000"/>
                </a:solidFill>
              </a:rPr>
              <a:t> — Represent empty peer segments without one-past device pointers, including in-place temporaries.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Reduce hangs deliberately</a:t>
            </a:r>
            <a:r>
              <a:rPr sz="1913">
                <a:solidFill>
                  <a:srgbClr val="000000"/>
                </a:solidFill>
              </a:rPr>
              <a:t> — Two ranks, one small tensor, one collective, and logs around entry/submission/wait.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5 implemented, 2 distributed gaps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</a:t>
            </a:r>
            <a:r>
              <a:rPr sz="1913">
                <a:solidFill>
                  <a:srgbClr val="000000"/>
                </a:solidFill>
              </a:rPr>
              <a:t> — Async allreduce wait; divergent collective sequence; datatype/count mismatch; C++ versus NCCL-like API; zero-count topo alltoallv.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The zero-count task checks the accepted repair boundary from upstream issue #174.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</a:t>
            </a:r>
            <a:r>
              <a:rPr sz="1913">
                <a:solidFill>
                  <a:srgbClr val="000000"/>
                </a:solidFill>
              </a:rPr>
              <a:t> — Plugin rank visibility and worker-affinity regression on a stable distributed target.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Evidence boundary</a:t>
            </a:r>
            <a:r>
              <a:rPr sz="1913">
                <a:solidFill>
                  <a:srgbClr val="000000"/>
                </a:solidFill>
              </a:rPr>
              <a:t> — The current fixture does not reproduce the original Aurora/Level Zero failure and must not be presented as hardware qualification.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sources</a:t>
            </a:r>
            <a:r>
              <a:rPr sz="1913">
                <a:solidFill>
                  <a:srgbClr val="000000"/>
                </a:solidFill>
              </a:rPr>
              <a:t> — Project docs, examples, launch guidance, plugins, integrations, releases, and issue evidence.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Common distributed failure structure</a:t>
            </a:r>
            <a:r>
              <a:rPr sz="1913">
                <a:solidFill>
                  <a:srgbClr val="000000"/>
                </a:solidFill>
              </a:rPr>
              <a:t> — Asymmetric calls, waits, buffer/count mismatches, rank mapping, plugin visibility, and hidden framework collectives.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Minimal executable tasks</a:t>
            </a:r>
            <a:r>
              <a:rPr sz="1913">
                <a:solidFill>
                  <a:srgbClr val="000000"/>
                </a:solidFill>
              </a:rPr>
              <a:t> — Hosted fixtures check reasoning and repair contracts where real multi-rank hardware is not required.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Visible infrastructure gaps</a:t>
            </a:r>
            <a:r>
              <a:rPr sz="1913">
                <a:solidFill>
                  <a:srgbClr val="000000"/>
                </a:solidFill>
              </a:rPr>
              <a:t> — Distributed plugin and affinity work stays planned until a faithful lane and provenance exist.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launch and API guidance</a:t>
            </a:r>
            <a:r>
              <a:rPr sz="1913">
                <a:solidFill>
                  <a:srgbClr val="000000"/>
                </a:solidFill>
              </a:rPr>
              <a:t> — Especially current C API status, GPU/plugin behavior, framework integration, and environment conventions.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Validate hang-triage order</a:t>
            </a:r>
            <a:r>
              <a:rPr sz="1913">
                <a:solidFill>
                  <a:srgbClr val="000000"/>
                </a:solidFill>
              </a:rPr>
              <a:t> — Ensure the evidence sequence matches how maintainers actually debug incidents.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Supply authentic distributed cases</a:t>
            </a:r>
            <a:r>
              <a:rPr sz="1913">
                <a:solidFill>
                  <a:srgbClr val="000000"/>
                </a:solidFill>
              </a:rPr>
              <a:t> — The highest-value next step is a reproducible plugin or rank-visibility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Common evaluator policy, hosted fixtures, dashboards, artifact retention, and runner contracts.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the first-pass checklist</a:t>
            </a:r>
            <a:r>
              <a:rPr sz="1913">
                <a:solidFill>
                  <a:srgbClr val="000000"/>
                </a:solidFill>
              </a:rPr>
              <a:t> — API, launcher, ranks, nodes/devices, plugin, transport, buffers, types, counts, and in-place behavior.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Correct one overstatement</a:t>
            </a:r>
            <a:r>
              <a:rPr sz="1913">
                <a:solidFill>
                  <a:srgbClr val="000000"/>
                </a:solidFill>
              </a:rPr>
              <a:t> — Especially GPU, plugin, framework, or NCCL-like API assumptions.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seven tasks</a:t>
            </a:r>
            <a:r>
              <a:rPr sz="1913">
                <a:solidFill>
                  <a:srgbClr val="000000"/>
                </a:solidFill>
              </a:rPr>
              <a:t> — Keep, rewrite, or remove; nominate a reproducible distributed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A reviewer group for current launch/plugin guidance and incident authenticity.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Agents bring a symmetric minimal reproducer and rank-local evidence before asking maintainers to diagnose a hang.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2026-08-28T18:49:11.4720000Z</dcterms:created>
  <dcterms:modified xsi:type="dcterms:W3CDTF">2026-08-28T18:49:11.4720000Z</dcterms:modified>
</coreProperties>
</file>